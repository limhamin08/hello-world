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7" r:id="rId4"/>
    <p:sldId id="265" r:id="rId5"/>
    <p:sldId id="257" r:id="rId6"/>
    <p:sldId id="258" r:id="rId7"/>
    <p:sldId id="260" r:id="rId8"/>
    <p:sldId id="266" r:id="rId9"/>
    <p:sldId id="268" r:id="rId10"/>
    <p:sldId id="259" r:id="rId11"/>
    <p:sldId id="262" r:id="rId12"/>
    <p:sldId id="261" r:id="rId13"/>
    <p:sldId id="269" r:id="rId14"/>
    <p:sldId id="264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00"/>
    <a:srgbClr val="000000"/>
    <a:srgbClr val="FB8671"/>
    <a:srgbClr val="00B050"/>
    <a:srgbClr val="FD7C65"/>
    <a:srgbClr val="54535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55" autoAdjust="0"/>
    <p:restoredTop sz="94660"/>
  </p:normalViewPr>
  <p:slideViewPr>
    <p:cSldViewPr snapToGrid="0" showGuides="1">
      <p:cViewPr varScale="1">
        <p:scale>
          <a:sx n="128" d="100"/>
          <a:sy n="128" d="100"/>
        </p:scale>
        <p:origin x="138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2019-11-26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5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2019-11-26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325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2019-11-26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235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2019-11-26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135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2019-11-26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824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2019-11-26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396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2019-11-26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76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2019-11-26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980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2019-11-26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865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2019-11-26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77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2019-11-26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6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EF1E5-4998-47F2-BF49-17A47DE06D98}" type="datetimeFigureOut">
              <a:rPr lang="ko-KR" altLang="en-US" smtClean="0"/>
              <a:t>2019-11-26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1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sub2.html" TargetMode="External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sub1.html" TargetMode="External"/><Relationship Id="rId5" Type="http://schemas.openxmlformats.org/officeDocument/2006/relationships/image" Target="../media/image9.PNG"/><Relationship Id="rId4" Type="http://schemas.openxmlformats.org/officeDocument/2006/relationships/hyperlink" Target="index.html" TargetMode="External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335718" y="3909774"/>
            <a:ext cx="4361521" cy="15616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8" t="27349" r="1296" b="37101"/>
          <a:stretch/>
        </p:blipFill>
        <p:spPr>
          <a:xfrm>
            <a:off x="3719361" y="543321"/>
            <a:ext cx="4753278" cy="17082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06670" y="2058054"/>
            <a:ext cx="69812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Megrim" panose="02000603000000000000" pitchFamily="2" charset="0"/>
                <a:ea typeface="-윤고딕310" panose="02030504000101010101" pitchFamily="18" charset="-127"/>
              </a:rPr>
              <a:t>Web programming </a:t>
            </a:r>
            <a:endParaRPr lang="en-US" altLang="ko-KR" sz="4800" dirty="0">
              <a:ln>
                <a:solidFill>
                  <a:schemeClr val="accent1">
                    <a:alpha val="0"/>
                  </a:schemeClr>
                </a:solidFill>
              </a:ln>
              <a:latin typeface="Megrim" panose="02000603000000000000" pitchFamily="2" charset="0"/>
              <a:ea typeface="-윤고딕310" panose="02030504000101010101" pitchFamily="18" charset="-127"/>
            </a:endParaRPr>
          </a:p>
          <a:p>
            <a:pPr algn="ctr"/>
            <a:r>
              <a:rPr lang="ko-KR" altLang="en-US" sz="48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Megrim" panose="02000603000000000000" pitchFamily="2" charset="0"/>
                <a:ea typeface="-윤고딕310" panose="02030504000101010101" pitchFamily="18" charset="-127"/>
              </a:rPr>
              <a:t>발표자료</a:t>
            </a:r>
            <a:endParaRPr lang="ko-KR" altLang="en-US" sz="4800" dirty="0">
              <a:ln>
                <a:solidFill>
                  <a:schemeClr val="accent1">
                    <a:alpha val="0"/>
                  </a:schemeClr>
                </a:solidFill>
              </a:ln>
              <a:latin typeface="양재둘기체M" panose="02020603020101020101" pitchFamily="18" charset="-127"/>
              <a:ea typeface="양재둘기체M" panose="0202060302010102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82242" y="4123597"/>
            <a:ext cx="44301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spc="5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208 12 </a:t>
            </a:r>
            <a:r>
              <a:rPr lang="ko-KR" altLang="en-US" sz="1400" spc="5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이다현</a:t>
            </a:r>
            <a:endParaRPr lang="en-US" altLang="ko-KR" sz="1400" spc="500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algn="r"/>
            <a:r>
              <a:rPr lang="en-US" altLang="ko-KR" sz="1400" spc="5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    17 </a:t>
            </a:r>
            <a:r>
              <a:rPr lang="ko-KR" altLang="en-US" sz="1400" spc="5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임하민</a:t>
            </a:r>
            <a:endParaRPr lang="en-US" altLang="ko-KR" sz="1400" spc="500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algn="r"/>
            <a:r>
              <a:rPr lang="en-US" altLang="ko-KR" sz="1400" spc="5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20 </a:t>
            </a:r>
            <a:r>
              <a:rPr lang="ko-KR" altLang="en-US" sz="1400" spc="5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조채원</a:t>
            </a:r>
            <a:endParaRPr lang="en-US" altLang="ko-KR" sz="1400" spc="500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algn="r"/>
            <a:r>
              <a:rPr lang="en-US" altLang="ko-KR" sz="1400" spc="5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25 </a:t>
            </a:r>
            <a:r>
              <a:rPr lang="ko-KR" altLang="en-US" sz="1400" spc="5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홍기웅</a:t>
            </a:r>
            <a:endParaRPr lang="en-US" altLang="ko-KR" sz="1400" spc="500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42205" y="179923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01</a:t>
            </a:r>
            <a:endParaRPr lang="ko-KR" altLang="en-US" sz="12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0117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8" t="27349" r="1296" b="37101"/>
          <a:stretch/>
        </p:blipFill>
        <p:spPr>
          <a:xfrm>
            <a:off x="1050413" y="998160"/>
            <a:ext cx="2177180" cy="7824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07616" y="1691783"/>
            <a:ext cx="22813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Megrim" panose="02000603000000000000" pitchFamily="2" charset="0"/>
                <a:ea typeface="-윤고딕310" panose="02030504000101010101" pitchFamily="18" charset="-127"/>
              </a:rPr>
              <a:t>Contents</a:t>
            </a:r>
            <a:endParaRPr lang="ko-KR" altLang="en-US" sz="4000" spc="-150" dirty="0">
              <a:ln>
                <a:solidFill>
                  <a:schemeClr val="accent1">
                    <a:alpha val="0"/>
                  </a:schemeClr>
                </a:solidFill>
              </a:ln>
              <a:latin typeface="Megrim" panose="02000603000000000000" pitchFamily="2" charset="0"/>
              <a:ea typeface="-윤고딕310" panose="02030504000101010101" pitchFamily="18" charset="-127"/>
            </a:endParaRPr>
          </a:p>
        </p:txBody>
      </p:sp>
      <p:sp>
        <p:nvSpPr>
          <p:cNvPr id="31" name="TextBox 30">
            <a:hlinkClick r:id="rId3" action="ppaction://hlinksldjump"/>
          </p:cNvPr>
          <p:cNvSpPr txBox="1"/>
          <p:nvPr/>
        </p:nvSpPr>
        <p:spPr>
          <a:xfrm>
            <a:off x="3407633" y="998160"/>
            <a:ext cx="45059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spc="-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D7C65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팀원소개  </a:t>
            </a:r>
            <a:r>
              <a:rPr lang="en-US" altLang="ko-KR" sz="3000" spc="-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D7C65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&amp; </a:t>
            </a:r>
            <a:r>
              <a:rPr lang="ko-KR" altLang="en-US" sz="3000" spc="-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D7C65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역할</a:t>
            </a:r>
            <a:endParaRPr lang="ko-KR" altLang="en-US" sz="3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D7C65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4778074" y="399427"/>
            <a:ext cx="1752917" cy="631702"/>
            <a:chOff x="4032000" y="2388214"/>
            <a:chExt cx="551005" cy="392479"/>
          </a:xfrm>
        </p:grpSpPr>
        <p:sp>
          <p:nvSpPr>
            <p:cNvPr id="34" name="직사각형 33"/>
            <p:cNvSpPr/>
            <p:nvPr/>
          </p:nvSpPr>
          <p:spPr>
            <a:xfrm>
              <a:off x="4032000" y="2388214"/>
              <a:ext cx="551005" cy="2827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112428" y="2398247"/>
              <a:ext cx="200142" cy="3824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400" spc="100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-윤고딕340" panose="02030504000101010101" pitchFamily="18" charset="-127"/>
                  <a:ea typeface="-윤고딕340" panose="02030504000101010101" pitchFamily="18" charset="-127"/>
                </a:rPr>
                <a:t>01</a:t>
              </a:r>
              <a:endParaRPr lang="ko-KR" altLang="en-US" sz="3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40" panose="02030504000101010101" pitchFamily="18" charset="-127"/>
                <a:ea typeface="-윤고딕340" panose="02030504000101010101" pitchFamily="18" charset="-127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4265853" y="6205148"/>
            <a:ext cx="278954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000" spc="-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54535B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2)</a:t>
            </a:r>
            <a:r>
              <a:rPr lang="ko-KR" altLang="en-US" sz="3000" spc="-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54535B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홈페이지 소개</a:t>
            </a:r>
            <a:endParaRPr lang="ko-KR" altLang="en-US" sz="3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54535B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906221" y="5521149"/>
            <a:ext cx="1752917" cy="455095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5464321" y="5525538"/>
            <a:ext cx="63671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04</a:t>
            </a:r>
            <a:endParaRPr lang="ko-KR" altLang="en-US" sz="34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265852" y="4487060"/>
            <a:ext cx="278954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000" spc="-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54535B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1)</a:t>
            </a:r>
            <a:r>
              <a:rPr lang="ko-KR" altLang="en-US" sz="3000" spc="-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54535B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홈페이지 소개</a:t>
            </a:r>
            <a:endParaRPr lang="ko-KR" altLang="en-US" sz="3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54535B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grpSp>
        <p:nvGrpSpPr>
          <p:cNvPr id="53" name="그룹 52"/>
          <p:cNvGrpSpPr/>
          <p:nvPr/>
        </p:nvGrpSpPr>
        <p:grpSpPr>
          <a:xfrm>
            <a:off x="4762412" y="3808943"/>
            <a:ext cx="1752917" cy="615553"/>
            <a:chOff x="5385402" y="4283390"/>
            <a:chExt cx="551005" cy="382446"/>
          </a:xfrm>
        </p:grpSpPr>
        <p:sp>
          <p:nvSpPr>
            <p:cNvPr id="54" name="직사각형 53"/>
            <p:cNvSpPr/>
            <p:nvPr/>
          </p:nvSpPr>
          <p:spPr>
            <a:xfrm>
              <a:off x="5385402" y="4296862"/>
              <a:ext cx="551005" cy="282753"/>
            </a:xfrm>
            <a:prstGeom prst="rect">
              <a:avLst/>
            </a:prstGeom>
            <a:solidFill>
              <a:srgbClr val="5453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560833" y="4283390"/>
              <a:ext cx="200142" cy="3824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400" spc="100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-윤고딕340" panose="02030504000101010101" pitchFamily="18" charset="-127"/>
                  <a:ea typeface="-윤고딕340" panose="02030504000101010101" pitchFamily="18" charset="-127"/>
                </a:rPr>
                <a:t>03</a:t>
              </a:r>
              <a:endParaRPr lang="ko-KR" altLang="en-US" sz="3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40" panose="02030504000101010101" pitchFamily="18" charset="-127"/>
                <a:ea typeface="-윤고딕340" panose="02030504000101010101" pitchFamily="18" charset="-127"/>
              </a:endParaRPr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4255431" y="2727905"/>
            <a:ext cx="281038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000" spc="-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54535B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주제선정 </a:t>
            </a:r>
            <a:r>
              <a:rPr lang="en-US" altLang="ko-KR" sz="3000" spc="-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54535B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&amp; </a:t>
            </a:r>
            <a:r>
              <a:rPr lang="ko-KR" altLang="en-US" sz="3000" spc="-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54535B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이유</a:t>
            </a:r>
            <a:endParaRPr lang="ko-KR" altLang="en-US" sz="3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54535B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grpSp>
        <p:nvGrpSpPr>
          <p:cNvPr id="66" name="그룹 65"/>
          <p:cNvGrpSpPr/>
          <p:nvPr/>
        </p:nvGrpSpPr>
        <p:grpSpPr>
          <a:xfrm>
            <a:off x="4762403" y="2049788"/>
            <a:ext cx="1752917" cy="615553"/>
            <a:chOff x="5385402" y="4283390"/>
            <a:chExt cx="551005" cy="382446"/>
          </a:xfrm>
        </p:grpSpPr>
        <p:sp>
          <p:nvSpPr>
            <p:cNvPr id="67" name="직사각형 66"/>
            <p:cNvSpPr/>
            <p:nvPr/>
          </p:nvSpPr>
          <p:spPr>
            <a:xfrm>
              <a:off x="5385402" y="4296862"/>
              <a:ext cx="551005" cy="282753"/>
            </a:xfrm>
            <a:prstGeom prst="rect">
              <a:avLst/>
            </a:prstGeom>
            <a:solidFill>
              <a:srgbClr val="5453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560832" y="4283390"/>
              <a:ext cx="200142" cy="3824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400" spc="100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-윤고딕340" panose="02030504000101010101" pitchFamily="18" charset="-127"/>
                  <a:ea typeface="-윤고딕340" panose="02030504000101010101" pitchFamily="18" charset="-127"/>
                </a:rPr>
                <a:t>02</a:t>
              </a:r>
              <a:endParaRPr lang="ko-KR" altLang="en-US" sz="3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40" panose="02030504000101010101" pitchFamily="18" charset="-127"/>
                <a:ea typeface="-윤고딕340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033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 animBg="1"/>
      <p:bldP spid="52" grpId="0"/>
      <p:bldP spid="6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481409" y="1816579"/>
            <a:ext cx="9538918" cy="42442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1" name="직선 연결선 20"/>
          <p:cNvCxnSpPr/>
          <p:nvPr/>
        </p:nvCxnSpPr>
        <p:spPr>
          <a:xfrm>
            <a:off x="4021662" y="1590752"/>
            <a:ext cx="4445684" cy="0"/>
          </a:xfrm>
          <a:prstGeom prst="line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4210455" y="1020843"/>
            <a:ext cx="3771088" cy="2907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5341969" y="996949"/>
            <a:ext cx="1348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spc="3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-윤고딕320" panose="02030504000101010101" pitchFamily="18" charset="-127"/>
                <a:ea typeface="-윤고딕320" panose="02030504000101010101" pitchFamily="18" charset="-127"/>
              </a:rPr>
              <a:t>01</a:t>
            </a:r>
            <a:r>
              <a:rPr lang="en-US" altLang="ko-KR" sz="1600" spc="3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.</a:t>
            </a:r>
            <a:r>
              <a:rPr lang="ko-KR" altLang="en-US" sz="16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54535B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r>
              <a:rPr lang="ko-KR" altLang="en-US" sz="1600" u="sng" spc="-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D7C6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-윤고딕320" panose="02030504000101010101" pitchFamily="18" charset="-127"/>
                <a:ea typeface="-윤고딕320" panose="02030504000101010101" pitchFamily="18" charset="-127"/>
              </a:rPr>
              <a:t>팀원소개</a:t>
            </a:r>
            <a:endParaRPr lang="ko-KR" altLang="en-US" sz="1600" u="sng" spc="3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pic>
        <p:nvPicPr>
          <p:cNvPr id="54" name="그림 5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47" t="27349" r="1296" b="37101"/>
          <a:stretch/>
        </p:blipFill>
        <p:spPr>
          <a:xfrm>
            <a:off x="5080534" y="171466"/>
            <a:ext cx="2030931" cy="7455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2819" y="2121398"/>
            <a:ext cx="7021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팀원소개 </a:t>
            </a:r>
            <a:r>
              <a:rPr lang="en-US" altLang="ko-KR" dirty="0" smtClean="0"/>
              <a:t>&amp; </a:t>
            </a:r>
            <a:r>
              <a:rPr lang="ko-KR" altLang="en-US" dirty="0" smtClean="0"/>
              <a:t>역할</a:t>
            </a:r>
            <a:endParaRPr lang="en-US" altLang="ko-KR" dirty="0" smtClean="0"/>
          </a:p>
        </p:txBody>
      </p:sp>
      <p:grpSp>
        <p:nvGrpSpPr>
          <p:cNvPr id="14" name="그룹 13"/>
          <p:cNvGrpSpPr/>
          <p:nvPr/>
        </p:nvGrpSpPr>
        <p:grpSpPr>
          <a:xfrm>
            <a:off x="1630458" y="2641660"/>
            <a:ext cx="314584" cy="385109"/>
            <a:chOff x="5945156" y="2218019"/>
            <a:chExt cx="301686" cy="307777"/>
          </a:xfrm>
        </p:grpSpPr>
        <p:sp>
          <p:nvSpPr>
            <p:cNvPr id="15" name="직사각형 14"/>
            <p:cNvSpPr/>
            <p:nvPr/>
          </p:nvSpPr>
          <p:spPr>
            <a:xfrm>
              <a:off x="5979159" y="2255068"/>
              <a:ext cx="233680" cy="233680"/>
            </a:xfrm>
            <a:prstGeom prst="rect">
              <a:avLst/>
            </a:prstGeom>
            <a:solidFill>
              <a:srgbClr val="FD7C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945156" y="2218019"/>
              <a:ext cx="3016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pc="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1400" b="1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1644772" y="3094653"/>
            <a:ext cx="314584" cy="385109"/>
            <a:chOff x="5945157" y="3109682"/>
            <a:chExt cx="301686" cy="307777"/>
          </a:xfrm>
        </p:grpSpPr>
        <p:sp>
          <p:nvSpPr>
            <p:cNvPr id="18" name="직사각형 17"/>
            <p:cNvSpPr/>
            <p:nvPr/>
          </p:nvSpPr>
          <p:spPr>
            <a:xfrm>
              <a:off x="5979159" y="3145345"/>
              <a:ext cx="233680" cy="233680"/>
            </a:xfrm>
            <a:prstGeom prst="rect">
              <a:avLst/>
            </a:prstGeom>
            <a:solidFill>
              <a:srgbClr val="FD7C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45157" y="3109682"/>
              <a:ext cx="3016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pc="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1400" b="1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870413" y="3069950"/>
            <a:ext cx="13469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조채원</a:t>
            </a:r>
            <a:endParaRPr lang="ko-KR" altLang="en-US" sz="2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42611" y="2608511"/>
            <a:ext cx="14044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임하민</a:t>
            </a:r>
            <a:endParaRPr lang="ko-KR" altLang="en-US" sz="2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grpSp>
        <p:nvGrpSpPr>
          <p:cNvPr id="23" name="그룹 22"/>
          <p:cNvGrpSpPr/>
          <p:nvPr/>
        </p:nvGrpSpPr>
        <p:grpSpPr>
          <a:xfrm>
            <a:off x="1672485" y="3560146"/>
            <a:ext cx="314584" cy="385109"/>
            <a:chOff x="5945156" y="2218019"/>
            <a:chExt cx="301686" cy="307777"/>
          </a:xfrm>
        </p:grpSpPr>
        <p:sp>
          <p:nvSpPr>
            <p:cNvPr id="24" name="직사각형 23"/>
            <p:cNvSpPr/>
            <p:nvPr/>
          </p:nvSpPr>
          <p:spPr>
            <a:xfrm>
              <a:off x="5979159" y="2255068"/>
              <a:ext cx="233680" cy="233680"/>
            </a:xfrm>
            <a:prstGeom prst="rect">
              <a:avLst/>
            </a:prstGeom>
            <a:solidFill>
              <a:srgbClr val="FD7C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945156" y="2218019"/>
              <a:ext cx="3016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pc="100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	</a:t>
              </a:r>
              <a:endParaRPr lang="ko-KR" altLang="en-US" sz="1400" b="1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1661452" y="4031299"/>
            <a:ext cx="314584" cy="385109"/>
            <a:chOff x="5945157" y="3109682"/>
            <a:chExt cx="301686" cy="307777"/>
          </a:xfrm>
        </p:grpSpPr>
        <p:sp>
          <p:nvSpPr>
            <p:cNvPr id="27" name="직사각형 26"/>
            <p:cNvSpPr/>
            <p:nvPr/>
          </p:nvSpPr>
          <p:spPr>
            <a:xfrm>
              <a:off x="5979159" y="3145345"/>
              <a:ext cx="233680" cy="233680"/>
            </a:xfrm>
            <a:prstGeom prst="rect">
              <a:avLst/>
            </a:prstGeom>
            <a:solidFill>
              <a:srgbClr val="FD7C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945157" y="3109682"/>
              <a:ext cx="3016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pc="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</a:t>
              </a:r>
              <a:endParaRPr lang="ko-KR" altLang="en-US" sz="1400" b="1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1880306" y="4012974"/>
            <a:ext cx="15147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홍기웅</a:t>
            </a:r>
            <a:endParaRPr lang="ko-KR" altLang="en-US" sz="2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886262" y="3544744"/>
            <a:ext cx="13934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이다현</a:t>
            </a:r>
            <a:endParaRPr lang="ko-KR" altLang="en-US" sz="2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cxnSp>
        <p:nvCxnSpPr>
          <p:cNvPr id="5" name="직선 연결선 4"/>
          <p:cNvCxnSpPr>
            <a:stCxn id="16" idx="1"/>
          </p:cNvCxnSpPr>
          <p:nvPr/>
        </p:nvCxnSpPr>
        <p:spPr>
          <a:xfrm flipH="1" flipV="1">
            <a:off x="1251820" y="2795549"/>
            <a:ext cx="378638" cy="38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325105" y="2789695"/>
            <a:ext cx="98" cy="581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>
            <a:endCxn id="19" idx="1"/>
          </p:cNvCxnSpPr>
          <p:nvPr/>
        </p:nvCxnSpPr>
        <p:spPr>
          <a:xfrm>
            <a:off x="1266134" y="3247174"/>
            <a:ext cx="378638" cy="400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660494" y="2641662"/>
            <a:ext cx="619216" cy="10003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조장</a:t>
            </a:r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2935685" y="2641660"/>
            <a:ext cx="6472449" cy="28741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dirty="0" smtClean="0">
                <a:solidFill>
                  <a:sysClr val="windowText" lastClr="000000"/>
                </a:solidFill>
              </a:rPr>
              <a:t>아이디어 기획 및 디자인</a:t>
            </a:r>
            <a:endParaRPr lang="ko-KR" altLang="en-US" sz="2200" dirty="0">
              <a:solidFill>
                <a:sysClr val="windowText" lastClr="000000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2935685" y="3160045"/>
            <a:ext cx="6472449" cy="28741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dirty="0" smtClean="0">
                <a:solidFill>
                  <a:sysClr val="windowText" lastClr="000000"/>
                </a:solidFill>
              </a:rPr>
              <a:t>프로그래밍</a:t>
            </a:r>
            <a:endParaRPr lang="ko-KR" altLang="en-US" sz="2200" dirty="0">
              <a:solidFill>
                <a:sysClr val="windowText" lastClr="000000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2907665" y="4094047"/>
            <a:ext cx="6472449" cy="28741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dirty="0" smtClean="0">
                <a:solidFill>
                  <a:sysClr val="windowText" lastClr="000000"/>
                </a:solidFill>
              </a:rPr>
              <a:t>이미지 자료 찾기</a:t>
            </a:r>
            <a:endParaRPr lang="ko-KR" altLang="en-US" sz="2200" dirty="0">
              <a:solidFill>
                <a:sysClr val="windowText" lastClr="000000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2907666" y="3657843"/>
            <a:ext cx="6472449" cy="28741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dirty="0" smtClean="0">
                <a:solidFill>
                  <a:sysClr val="windowText" lastClr="000000"/>
                </a:solidFill>
              </a:rPr>
              <a:t>보도 자료 찾기</a:t>
            </a:r>
            <a:r>
              <a:rPr lang="en-US" altLang="ko-KR" sz="2200" dirty="0" smtClean="0">
                <a:solidFill>
                  <a:sysClr val="windowText" lastClr="000000"/>
                </a:solidFill>
              </a:rPr>
              <a:t>, </a:t>
            </a:r>
            <a:r>
              <a:rPr lang="ko-KR" altLang="en-US" sz="2200" dirty="0" smtClean="0">
                <a:solidFill>
                  <a:sysClr val="windowText" lastClr="000000"/>
                </a:solidFill>
              </a:rPr>
              <a:t>발표</a:t>
            </a:r>
            <a:endParaRPr lang="ko-KR" altLang="en-US" sz="2200" dirty="0">
              <a:solidFill>
                <a:sysClr val="windowText" lastClr="000000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481409" y="4749282"/>
            <a:ext cx="9538917" cy="131152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2">
                    <a:lumMod val="10000"/>
                  </a:schemeClr>
                </a:solidFill>
              </a:rPr>
              <a:t>공통업무 </a:t>
            </a:r>
            <a:r>
              <a:rPr lang="en-US" altLang="ko-KR" dirty="0" smtClean="0">
                <a:solidFill>
                  <a:schemeClr val="bg2">
                    <a:lumMod val="10000"/>
                  </a:schemeClr>
                </a:solidFill>
              </a:rPr>
              <a:t>: </a:t>
            </a:r>
            <a:r>
              <a:rPr lang="ko-KR" altLang="en-US" smtClean="0">
                <a:solidFill>
                  <a:schemeClr val="bg2">
                    <a:lumMod val="10000"/>
                  </a:schemeClr>
                </a:solidFill>
              </a:rPr>
              <a:t>자료 찾기</a:t>
            </a:r>
            <a:endParaRPr lang="ko-KR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313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4697957" y="2044148"/>
            <a:ext cx="3336172" cy="1227516"/>
            <a:chOff x="5107883" y="3370790"/>
            <a:chExt cx="1072617" cy="721218"/>
          </a:xfrm>
        </p:grpSpPr>
        <p:sp>
          <p:nvSpPr>
            <p:cNvPr id="47" name="직사각형 46"/>
            <p:cNvSpPr/>
            <p:nvPr/>
          </p:nvSpPr>
          <p:spPr>
            <a:xfrm>
              <a:off x="5385097" y="3370790"/>
              <a:ext cx="551005" cy="2827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400"/>
            </a:p>
          </p:txBody>
        </p:sp>
        <p:sp>
          <p:nvSpPr>
            <p:cNvPr id="48" name="TextBox 47">
              <a:hlinkClick r:id="rId2" action="ppaction://hlinksldjump"/>
            </p:cNvPr>
            <p:cNvSpPr txBox="1"/>
            <p:nvPr/>
          </p:nvSpPr>
          <p:spPr>
            <a:xfrm>
              <a:off x="5107883" y="3730344"/>
              <a:ext cx="1072617" cy="361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3400" spc="-100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D7C65"/>
                  </a:solidFill>
                  <a:latin typeface="-윤고딕320" panose="02030504000101010101" pitchFamily="18" charset="-127"/>
                  <a:ea typeface="-윤고딕320" panose="02030504000101010101" pitchFamily="18" charset="-127"/>
                </a:rPr>
                <a:t>주제선정 및 이유</a:t>
              </a:r>
              <a:endParaRPr lang="ko-KR" altLang="en-US" sz="34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D7C65"/>
                </a:solidFill>
                <a:latin typeface="-윤고딕320" panose="02030504000101010101" pitchFamily="18" charset="-127"/>
                <a:ea typeface="-윤고딕320" panose="02030504000101010101" pitchFamily="18" charset="-127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571912" y="3380823"/>
              <a:ext cx="204710" cy="361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400" spc="100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-윤고딕340" panose="02030504000101010101" pitchFamily="18" charset="-127"/>
                  <a:ea typeface="-윤고딕340" panose="02030504000101010101" pitchFamily="18" charset="-127"/>
                </a:rPr>
                <a:t>02</a:t>
              </a:r>
              <a:endParaRPr lang="ko-KR" altLang="en-US" sz="3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40" panose="02030504000101010101" pitchFamily="18" charset="-127"/>
                <a:ea typeface="-윤고딕340" panose="02030504000101010101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4169278" y="330688"/>
            <a:ext cx="4359098" cy="1351184"/>
            <a:chOff x="4937908" y="2307171"/>
            <a:chExt cx="1416392" cy="788021"/>
          </a:xfrm>
        </p:grpSpPr>
        <p:sp>
          <p:nvSpPr>
            <p:cNvPr id="50" name="TextBox 49">
              <a:hlinkClick r:id="rId2" action="ppaction://hlinksldjump"/>
            </p:cNvPr>
            <p:cNvSpPr txBox="1"/>
            <p:nvPr/>
          </p:nvSpPr>
          <p:spPr>
            <a:xfrm>
              <a:off x="4937908" y="2736197"/>
              <a:ext cx="1416392" cy="358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400" spc="-100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54535B"/>
                  </a:solidFill>
                  <a:latin typeface="-윤고딕320" panose="02030504000101010101" pitchFamily="18" charset="-127"/>
                  <a:ea typeface="-윤고딕320" panose="02030504000101010101" pitchFamily="18" charset="-127"/>
                </a:rPr>
                <a:t>팀원소개  </a:t>
              </a:r>
              <a:r>
                <a:rPr lang="en-US" altLang="ko-KR" sz="3400" spc="-100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54535B"/>
                  </a:solidFill>
                  <a:latin typeface="-윤고딕320" panose="02030504000101010101" pitchFamily="18" charset="-127"/>
                  <a:ea typeface="-윤고딕320" panose="02030504000101010101" pitchFamily="18" charset="-127"/>
                </a:rPr>
                <a:t>&amp;  </a:t>
              </a:r>
              <a:r>
                <a:rPr lang="ko-KR" altLang="en-US" sz="3400" spc="-100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54535B"/>
                  </a:solidFill>
                  <a:latin typeface="-윤고딕320" panose="02030504000101010101" pitchFamily="18" charset="-127"/>
                  <a:ea typeface="-윤고딕320" panose="02030504000101010101" pitchFamily="18" charset="-127"/>
                </a:rPr>
                <a:t>역할</a:t>
              </a:r>
              <a:endParaRPr lang="ko-KR" altLang="en-US" sz="34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54535B"/>
                </a:solidFill>
                <a:latin typeface="-윤고딕320" panose="02030504000101010101" pitchFamily="18" charset="-127"/>
                <a:ea typeface="-윤고딕320" panose="02030504000101010101" pitchFamily="18" charset="-127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5382024" y="2320439"/>
              <a:ext cx="554384" cy="292765"/>
            </a:xfrm>
            <a:prstGeom prst="rect">
              <a:avLst/>
            </a:prstGeom>
            <a:solidFill>
              <a:srgbClr val="5453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4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478191" y="2307171"/>
              <a:ext cx="363211" cy="358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400" spc="100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-윤고딕340" panose="02030504000101010101" pitchFamily="18" charset="-127"/>
                  <a:ea typeface="-윤고딕340" panose="02030504000101010101" pitchFamily="18" charset="-127"/>
                </a:rPr>
                <a:t>01</a:t>
              </a:r>
              <a:endParaRPr lang="ko-KR" altLang="en-US" sz="3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40" panose="02030504000101010101" pitchFamily="18" charset="-127"/>
                <a:ea typeface="-윤고딕340" panose="02030504000101010101" pitchFamily="18" charset="-127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811881" y="6176649"/>
            <a:ext cx="315182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4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54535B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2</a:t>
            </a:r>
            <a:r>
              <a:rPr lang="en-US" altLang="ko-KR" sz="3400" spc="-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54535B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)</a:t>
            </a:r>
            <a:r>
              <a:rPr lang="ko-KR" altLang="en-US" sz="3400" spc="-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54535B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홈페이지 소개</a:t>
            </a:r>
            <a:endParaRPr lang="ko-KR" altLang="en-US" sz="34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54535B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5633391" y="5492650"/>
            <a:ext cx="1752917" cy="455095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400"/>
          </a:p>
        </p:txBody>
      </p:sp>
      <p:sp>
        <p:nvSpPr>
          <p:cNvPr id="63" name="TextBox 62"/>
          <p:cNvSpPr txBox="1"/>
          <p:nvPr/>
        </p:nvSpPr>
        <p:spPr>
          <a:xfrm>
            <a:off x="4811883" y="4458561"/>
            <a:ext cx="315182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400" spc="-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54535B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1)</a:t>
            </a:r>
            <a:r>
              <a:rPr lang="ko-KR" altLang="en-US" sz="3400" spc="-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54535B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홈페이지 소개</a:t>
            </a:r>
            <a:endParaRPr lang="ko-KR" altLang="en-US" sz="34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54535B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grpSp>
        <p:nvGrpSpPr>
          <p:cNvPr id="64" name="그룹 63"/>
          <p:cNvGrpSpPr/>
          <p:nvPr/>
        </p:nvGrpSpPr>
        <p:grpSpPr>
          <a:xfrm>
            <a:off x="5489582" y="3780444"/>
            <a:ext cx="1752917" cy="615553"/>
            <a:chOff x="5385402" y="4283390"/>
            <a:chExt cx="551005" cy="382446"/>
          </a:xfrm>
        </p:grpSpPr>
        <p:sp>
          <p:nvSpPr>
            <p:cNvPr id="69" name="직사각형 68"/>
            <p:cNvSpPr/>
            <p:nvPr/>
          </p:nvSpPr>
          <p:spPr>
            <a:xfrm>
              <a:off x="5385402" y="4296862"/>
              <a:ext cx="551005" cy="282753"/>
            </a:xfrm>
            <a:prstGeom prst="rect">
              <a:avLst/>
            </a:prstGeom>
            <a:solidFill>
              <a:srgbClr val="5453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40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560833" y="4283390"/>
              <a:ext cx="200142" cy="3824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400" spc="100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-윤고딕340" panose="02030504000101010101" pitchFamily="18" charset="-127"/>
                  <a:ea typeface="-윤고딕340" panose="02030504000101010101" pitchFamily="18" charset="-127"/>
                </a:rPr>
                <a:t>03</a:t>
              </a:r>
              <a:endParaRPr lang="ko-KR" altLang="en-US" sz="3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40" panose="02030504000101010101" pitchFamily="18" charset="-127"/>
                <a:ea typeface="-윤고딕340" panose="02030504000101010101" pitchFamily="18" charset="-127"/>
              </a:endParaRPr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2603651" y="1668246"/>
            <a:ext cx="2281394" cy="1401509"/>
            <a:chOff x="1725056" y="1376441"/>
            <a:chExt cx="2281394" cy="1401509"/>
          </a:xfrm>
        </p:grpSpPr>
        <p:pic>
          <p:nvPicPr>
            <p:cNvPr id="74" name="그림 73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88" t="27349" r="1296" b="37101"/>
            <a:stretch/>
          </p:blipFill>
          <p:spPr>
            <a:xfrm>
              <a:off x="1767853" y="1376441"/>
              <a:ext cx="2177180" cy="782460"/>
            </a:xfrm>
            <a:prstGeom prst="rect">
              <a:avLst/>
            </a:prstGeom>
          </p:spPr>
        </p:pic>
        <p:sp>
          <p:nvSpPr>
            <p:cNvPr id="75" name="TextBox 74"/>
            <p:cNvSpPr txBox="1"/>
            <p:nvPr/>
          </p:nvSpPr>
          <p:spPr>
            <a:xfrm>
              <a:off x="1725056" y="2070064"/>
              <a:ext cx="228139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4000" spc="-1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Megrim" panose="02000603000000000000" pitchFamily="2" charset="0"/>
                  <a:ea typeface="-윤고딕310" panose="02030504000101010101" pitchFamily="18" charset="-127"/>
                </a:rPr>
                <a:t>Contents</a:t>
              </a:r>
              <a:endParaRPr lang="ko-KR" altLang="en-US" sz="40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Megrim" panose="02000603000000000000" pitchFamily="2" charset="0"/>
                <a:ea typeface="-윤고딕310" panose="02030504000101010101" pitchFamily="18" charset="-127"/>
              </a:endParaRP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6191492" y="5392212"/>
            <a:ext cx="63671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04</a:t>
            </a:r>
            <a:endParaRPr lang="ko-KR" altLang="en-US" sz="34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3166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직선 연결선 20"/>
          <p:cNvCxnSpPr/>
          <p:nvPr/>
        </p:nvCxnSpPr>
        <p:spPr>
          <a:xfrm>
            <a:off x="3884434" y="1768983"/>
            <a:ext cx="4263406" cy="0"/>
          </a:xfrm>
          <a:prstGeom prst="line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210455" y="1473963"/>
            <a:ext cx="40959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작품 명 </a:t>
            </a:r>
            <a:r>
              <a:rPr lang="en-US" altLang="ko-KR" sz="1400" dirty="0"/>
              <a:t>: </a:t>
            </a:r>
            <a:r>
              <a:rPr lang="ko-KR" altLang="en-US" sz="1400" dirty="0"/>
              <a:t>쉽게 알아보는 </a:t>
            </a:r>
            <a:r>
              <a:rPr lang="en-US" altLang="ko-KR" sz="1400" dirty="0"/>
              <a:t>4</a:t>
            </a:r>
            <a:r>
              <a:rPr lang="ko-KR" altLang="en-US" sz="1400" dirty="0"/>
              <a:t>차 산업</a:t>
            </a:r>
            <a:r>
              <a:rPr lang="en-US" altLang="ko-KR" sz="1400" dirty="0"/>
              <a:t>, </a:t>
            </a:r>
            <a:r>
              <a:rPr lang="ko-KR" altLang="en-US" sz="1400" dirty="0"/>
              <a:t>신 재생에너지</a:t>
            </a:r>
            <a:endParaRPr lang="en-US" altLang="ko-KR" sz="1400" dirty="0"/>
          </a:p>
        </p:txBody>
      </p:sp>
      <p:sp>
        <p:nvSpPr>
          <p:cNvPr id="50" name="직사각형 49"/>
          <p:cNvSpPr/>
          <p:nvPr/>
        </p:nvSpPr>
        <p:spPr>
          <a:xfrm>
            <a:off x="4210455" y="1020843"/>
            <a:ext cx="3771088" cy="2907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5012166" y="996949"/>
            <a:ext cx="20080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spc="3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-윤고딕320" panose="02030504000101010101" pitchFamily="18" charset="-127"/>
                <a:ea typeface="-윤고딕320" panose="02030504000101010101" pitchFamily="18" charset="-127"/>
              </a:rPr>
              <a:t>02</a:t>
            </a:r>
            <a:r>
              <a:rPr lang="en-US" altLang="ko-KR" sz="1600" spc="3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.</a:t>
            </a:r>
            <a:r>
              <a:rPr lang="ko-KR" altLang="en-US" sz="1600" spc="-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54535B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r>
              <a:rPr lang="ko-KR" altLang="en-US" sz="1600" u="sng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D7C6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-윤고딕320" panose="02030504000101010101" pitchFamily="18" charset="-127"/>
                <a:ea typeface="-윤고딕320" panose="02030504000101010101" pitchFamily="18" charset="-127"/>
              </a:rPr>
              <a:t>주제선정 및 이유</a:t>
            </a:r>
          </a:p>
          <a:p>
            <a:endParaRPr lang="ko-KR" altLang="en-US" sz="1600" spc="3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2">
                  <a:lumMod val="75000"/>
                </a:schemeClr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pic>
        <p:nvPicPr>
          <p:cNvPr id="54" name="그림 5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47" t="27349" r="1296" b="37101"/>
          <a:stretch/>
        </p:blipFill>
        <p:spPr>
          <a:xfrm>
            <a:off x="5080534" y="171466"/>
            <a:ext cx="2030931" cy="745545"/>
          </a:xfrm>
          <a:prstGeom prst="rect">
            <a:avLst/>
          </a:prstGeom>
        </p:spPr>
      </p:pic>
      <p:sp>
        <p:nvSpPr>
          <p:cNvPr id="86" name="직사각형 85"/>
          <p:cNvSpPr/>
          <p:nvPr/>
        </p:nvSpPr>
        <p:spPr>
          <a:xfrm>
            <a:off x="1481409" y="5278215"/>
            <a:ext cx="9200384" cy="748529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7" name="TextBox 86"/>
          <p:cNvSpPr txBox="1"/>
          <p:nvPr/>
        </p:nvSpPr>
        <p:spPr>
          <a:xfrm>
            <a:off x="2329359" y="5362900"/>
            <a:ext cx="7524817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주제 정하면서 느낀 점 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: 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수행평가라서 조금은 부담이 되었었고 조장이 처음인 느낌적인 느낌으로 더 떨렸지만</a:t>
            </a:r>
            <a:endParaRPr lang="en-US" altLang="ko-KR" sz="1200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주제 정하고 하나하나 완성되는 느낌이 들면서 주제 잘 정했다는 느낌이 들었다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.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 </a:t>
            </a:r>
            <a:endParaRPr lang="en-US" altLang="ko-KR" sz="1200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517861" y="1893548"/>
            <a:ext cx="9147811" cy="33919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42820" y="2121399"/>
            <a:ext cx="6734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주제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신 재생에너지</a:t>
            </a:r>
            <a:endParaRPr lang="en-US" altLang="ko-KR" dirty="0" smtClean="0"/>
          </a:p>
        </p:txBody>
      </p:sp>
      <p:grpSp>
        <p:nvGrpSpPr>
          <p:cNvPr id="14" name="그룹 13"/>
          <p:cNvGrpSpPr/>
          <p:nvPr/>
        </p:nvGrpSpPr>
        <p:grpSpPr>
          <a:xfrm>
            <a:off x="1702077" y="2641662"/>
            <a:ext cx="301686" cy="307777"/>
            <a:chOff x="5945156" y="2218019"/>
            <a:chExt cx="301686" cy="307777"/>
          </a:xfrm>
        </p:grpSpPr>
        <p:sp>
          <p:nvSpPr>
            <p:cNvPr id="15" name="직사각형 14"/>
            <p:cNvSpPr/>
            <p:nvPr/>
          </p:nvSpPr>
          <p:spPr>
            <a:xfrm>
              <a:off x="5979159" y="2255068"/>
              <a:ext cx="233680" cy="233680"/>
            </a:xfrm>
            <a:prstGeom prst="rect">
              <a:avLst/>
            </a:prstGeom>
            <a:solidFill>
              <a:srgbClr val="FD7C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945156" y="2218019"/>
              <a:ext cx="3016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pc="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1400" b="1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2344238" y="2678711"/>
            <a:ext cx="1604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주제를 고민</a:t>
            </a:r>
            <a:r>
              <a:rPr lang="en-US" altLang="ko-KR" dirty="0"/>
              <a:t>..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grpSp>
        <p:nvGrpSpPr>
          <p:cNvPr id="23" name="그룹 22"/>
          <p:cNvGrpSpPr/>
          <p:nvPr/>
        </p:nvGrpSpPr>
        <p:grpSpPr>
          <a:xfrm>
            <a:off x="1702077" y="3274458"/>
            <a:ext cx="301686" cy="307777"/>
            <a:chOff x="5945156" y="2218019"/>
            <a:chExt cx="301686" cy="307777"/>
          </a:xfrm>
        </p:grpSpPr>
        <p:sp>
          <p:nvSpPr>
            <p:cNvPr id="24" name="직사각형 23"/>
            <p:cNvSpPr/>
            <p:nvPr/>
          </p:nvSpPr>
          <p:spPr>
            <a:xfrm>
              <a:off x="5979159" y="2255068"/>
              <a:ext cx="233680" cy="233680"/>
            </a:xfrm>
            <a:prstGeom prst="rect">
              <a:avLst/>
            </a:prstGeom>
            <a:solidFill>
              <a:srgbClr val="FD7C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945156" y="2218019"/>
              <a:ext cx="3016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pc="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1400" b="1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2203502" y="3311507"/>
            <a:ext cx="1781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 smtClean="0"/>
              <a:t>신재생에너지</a:t>
            </a:r>
            <a:r>
              <a:rPr lang="en-US" altLang="ko-KR" dirty="0" smtClean="0"/>
              <a:t>??</a:t>
            </a:r>
            <a:endParaRPr lang="en-US" altLang="ko-KR" dirty="0"/>
          </a:p>
        </p:txBody>
      </p:sp>
      <p:grpSp>
        <p:nvGrpSpPr>
          <p:cNvPr id="27" name="그룹 26"/>
          <p:cNvGrpSpPr/>
          <p:nvPr/>
        </p:nvGrpSpPr>
        <p:grpSpPr>
          <a:xfrm>
            <a:off x="1718196" y="3996630"/>
            <a:ext cx="301686" cy="307777"/>
            <a:chOff x="5945156" y="2218019"/>
            <a:chExt cx="301686" cy="307777"/>
          </a:xfrm>
        </p:grpSpPr>
        <p:sp>
          <p:nvSpPr>
            <p:cNvPr id="28" name="직사각형 27"/>
            <p:cNvSpPr/>
            <p:nvPr/>
          </p:nvSpPr>
          <p:spPr>
            <a:xfrm>
              <a:off x="5979159" y="2255068"/>
              <a:ext cx="233680" cy="233680"/>
            </a:xfrm>
            <a:prstGeom prst="rect">
              <a:avLst/>
            </a:prstGeom>
            <a:solidFill>
              <a:srgbClr val="FD7C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945156" y="2218019"/>
              <a:ext cx="3016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pc="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endParaRPr lang="ko-KR" altLang="en-US" sz="1400" b="1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2835174" y="4033679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오</a:t>
            </a:r>
            <a:r>
              <a:rPr lang="en-US" altLang="ko-KR" dirty="0" smtClean="0"/>
              <a:t>!!</a:t>
            </a:r>
            <a:endParaRPr lang="en-US" altLang="ko-KR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638" y="2041435"/>
            <a:ext cx="1837944" cy="312115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6058" y="1741247"/>
            <a:ext cx="3509852" cy="350985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765941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5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6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직선 연결선 20"/>
          <p:cNvCxnSpPr/>
          <p:nvPr/>
        </p:nvCxnSpPr>
        <p:spPr>
          <a:xfrm>
            <a:off x="3899933" y="1963826"/>
            <a:ext cx="4263406" cy="0"/>
          </a:xfrm>
          <a:prstGeom prst="line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4210455" y="1020843"/>
            <a:ext cx="3771088" cy="29076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4189090" y="996949"/>
            <a:ext cx="20040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pc="3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02</a:t>
            </a:r>
            <a:r>
              <a:rPr lang="en-US" altLang="ko-KR" sz="1600" spc="3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.</a:t>
            </a:r>
            <a:r>
              <a:rPr lang="ko-KR" altLang="en-US" sz="1600" spc="3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주제선정이유</a:t>
            </a:r>
            <a:endParaRPr lang="ko-KR" altLang="en-US" sz="1600" spc="3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pic>
        <p:nvPicPr>
          <p:cNvPr id="54" name="그림 5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47" t="27349" r="1296" b="37101"/>
          <a:stretch/>
        </p:blipFill>
        <p:spPr>
          <a:xfrm>
            <a:off x="5080534" y="171466"/>
            <a:ext cx="2030931" cy="745545"/>
          </a:xfrm>
          <a:prstGeom prst="rect">
            <a:avLst/>
          </a:prstGeom>
        </p:spPr>
      </p:pic>
      <p:sp>
        <p:nvSpPr>
          <p:cNvPr id="33" name="직사각형 32"/>
          <p:cNvSpPr/>
          <p:nvPr/>
        </p:nvSpPr>
        <p:spPr>
          <a:xfrm>
            <a:off x="2916649" y="2523635"/>
            <a:ext cx="7288018" cy="1344884"/>
          </a:xfrm>
          <a:prstGeom prst="rect">
            <a:avLst/>
          </a:prstGeom>
          <a:solidFill>
            <a:srgbClr val="FD7C65">
              <a:alpha val="42000"/>
            </a:srgb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D7C65"/>
              </a:solidFill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2620947" y="2083941"/>
            <a:ext cx="345896" cy="640717"/>
            <a:chOff x="5945156" y="2218019"/>
            <a:chExt cx="301686" cy="307777"/>
          </a:xfrm>
        </p:grpSpPr>
        <p:sp>
          <p:nvSpPr>
            <p:cNvPr id="11" name="직사각형 10"/>
            <p:cNvSpPr/>
            <p:nvPr/>
          </p:nvSpPr>
          <p:spPr>
            <a:xfrm>
              <a:off x="5979159" y="2255068"/>
              <a:ext cx="233680" cy="233680"/>
            </a:xfrm>
            <a:prstGeom prst="rect">
              <a:avLst/>
            </a:prstGeom>
            <a:solidFill>
              <a:srgbClr val="FD7C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945156" y="2218019"/>
              <a:ext cx="3016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pc="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1400" b="1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2620947" y="2946468"/>
            <a:ext cx="345896" cy="640717"/>
            <a:chOff x="5945157" y="3109682"/>
            <a:chExt cx="301686" cy="307777"/>
          </a:xfrm>
        </p:grpSpPr>
        <p:sp>
          <p:nvSpPr>
            <p:cNvPr id="26" name="직사각형 25"/>
            <p:cNvSpPr/>
            <p:nvPr/>
          </p:nvSpPr>
          <p:spPr>
            <a:xfrm>
              <a:off x="5979159" y="3145345"/>
              <a:ext cx="233680" cy="233680"/>
            </a:xfrm>
            <a:prstGeom prst="rect">
              <a:avLst/>
            </a:prstGeom>
            <a:solidFill>
              <a:srgbClr val="FD7C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945157" y="3109682"/>
              <a:ext cx="3016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pc="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1400" b="1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3276479" y="2947260"/>
            <a:ext cx="6932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미래엔 에너지 고갈 때문에 힘듦을 겪기에 </a:t>
            </a:r>
            <a:endParaRPr lang="en-US" altLang="ko-KR" sz="1400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  <a:p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더 이상 지구환경에 피해를 줄이기 위해 우리가 다 알아야 하는 필요지식들 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916649" y="2169710"/>
            <a:ext cx="7697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우리 실생활 주변에 있지만 인지 못하는 것 중에 하나인 에너지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,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잘 사용하고 있는가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?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033986" y="4012347"/>
            <a:ext cx="7054722" cy="400561"/>
          </a:xfrm>
          <a:prstGeom prst="rect">
            <a:avLst/>
          </a:prstGeom>
          <a:solidFill>
            <a:srgbClr val="FD7C65">
              <a:alpha val="42000"/>
            </a:srgb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FD7C65"/>
                </a:solidFill>
              </a:rPr>
              <a:t>우리가 모르는 지식을 보충하기 위하여 보다 쉬운 설명으로 </a:t>
            </a:r>
            <a:endParaRPr lang="en-US" altLang="ko-KR" dirty="0" smtClean="0">
              <a:solidFill>
                <a:srgbClr val="FD7C65"/>
              </a:solidFill>
            </a:endParaRPr>
          </a:p>
          <a:p>
            <a:pPr algn="ctr"/>
            <a:r>
              <a:rPr lang="en-US" altLang="ko-KR" dirty="0" smtClean="0">
                <a:solidFill>
                  <a:srgbClr val="FD7C65"/>
                </a:solidFill>
              </a:rPr>
              <a:t>4</a:t>
            </a:r>
            <a:r>
              <a:rPr lang="ko-KR" altLang="en-US" dirty="0" smtClean="0">
                <a:solidFill>
                  <a:srgbClr val="FD7C65"/>
                </a:solidFill>
              </a:rPr>
              <a:t>차 산업으로 더욱 중요해진 신 재생 에너지를 설명하기 위하여 </a:t>
            </a:r>
            <a:endParaRPr lang="ko-KR" altLang="en-US" dirty="0">
              <a:solidFill>
                <a:srgbClr val="FD7C65"/>
              </a:solidFill>
            </a:endParaRPr>
          </a:p>
        </p:txBody>
      </p:sp>
      <p:grpSp>
        <p:nvGrpSpPr>
          <p:cNvPr id="66" name="그룹 65"/>
          <p:cNvGrpSpPr/>
          <p:nvPr/>
        </p:nvGrpSpPr>
        <p:grpSpPr>
          <a:xfrm>
            <a:off x="2659932" y="3982617"/>
            <a:ext cx="301686" cy="560707"/>
            <a:chOff x="5964436" y="3109682"/>
            <a:chExt cx="263127" cy="269343"/>
          </a:xfrm>
        </p:grpSpPr>
        <p:sp>
          <p:nvSpPr>
            <p:cNvPr id="70" name="직사각형 69"/>
            <p:cNvSpPr/>
            <p:nvPr/>
          </p:nvSpPr>
          <p:spPr>
            <a:xfrm>
              <a:off x="5979159" y="3145345"/>
              <a:ext cx="233680" cy="233680"/>
            </a:xfrm>
            <a:prstGeom prst="rect">
              <a:avLst/>
            </a:prstGeom>
            <a:solidFill>
              <a:srgbClr val="FD7C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964436" y="3109682"/>
              <a:ext cx="263127" cy="1478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pc="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endParaRPr lang="ko-KR" altLang="en-US" sz="1400" b="1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312" y="1457340"/>
            <a:ext cx="7646538" cy="505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03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2" grpId="0"/>
      <p:bldP spid="6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도넛 79"/>
          <p:cNvSpPr/>
          <p:nvPr/>
        </p:nvSpPr>
        <p:spPr>
          <a:xfrm>
            <a:off x="1625111" y="2855720"/>
            <a:ext cx="2088682" cy="2088682"/>
          </a:xfrm>
          <a:prstGeom prst="donut">
            <a:avLst>
              <a:gd name="adj" fmla="val 609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5080534" y="1757943"/>
            <a:ext cx="2122619" cy="0"/>
          </a:xfrm>
          <a:prstGeom prst="line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957720" y="1450166"/>
            <a:ext cx="22765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spc="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나라별 에너지 발전 비중</a:t>
            </a:r>
            <a:endParaRPr lang="ko-KR" altLang="en-US" sz="14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10455" y="1020843"/>
            <a:ext cx="3771088" cy="29076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4189090" y="996949"/>
            <a:ext cx="3461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spc="3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신 재생에너지 발전 중요 이유</a:t>
            </a:r>
            <a:endParaRPr lang="ko-KR" altLang="en-US" sz="1600" spc="3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pic>
        <p:nvPicPr>
          <p:cNvPr id="54" name="그림 5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47" t="27349" r="1296" b="37101"/>
          <a:stretch/>
        </p:blipFill>
        <p:spPr>
          <a:xfrm>
            <a:off x="5080534" y="171466"/>
            <a:ext cx="2030931" cy="745545"/>
          </a:xfrm>
          <a:prstGeom prst="rect">
            <a:avLst/>
          </a:prstGeom>
        </p:spPr>
      </p:pic>
      <p:sp>
        <p:nvSpPr>
          <p:cNvPr id="38" name="도넛 37"/>
          <p:cNvSpPr/>
          <p:nvPr/>
        </p:nvSpPr>
        <p:spPr>
          <a:xfrm>
            <a:off x="8175055" y="2906828"/>
            <a:ext cx="2088682" cy="2088682"/>
          </a:xfrm>
          <a:prstGeom prst="donut">
            <a:avLst>
              <a:gd name="adj" fmla="val 609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1" name="막힌 원호 40"/>
          <p:cNvSpPr/>
          <p:nvPr/>
        </p:nvSpPr>
        <p:spPr>
          <a:xfrm rot="15523201">
            <a:off x="8175055" y="2906830"/>
            <a:ext cx="2088000" cy="2088000"/>
          </a:xfrm>
          <a:prstGeom prst="blockArc">
            <a:avLst>
              <a:gd name="adj1" fmla="val 12831524"/>
              <a:gd name="adj2" fmla="val 652327"/>
              <a:gd name="adj3" fmla="val 5915"/>
            </a:avLst>
          </a:prstGeom>
          <a:solidFill>
            <a:srgbClr val="FD7C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7" name="타원 46"/>
          <p:cNvSpPr/>
          <p:nvPr/>
        </p:nvSpPr>
        <p:spPr>
          <a:xfrm>
            <a:off x="8041782" y="2773555"/>
            <a:ext cx="2354546" cy="2354546"/>
          </a:xfrm>
          <a:prstGeom prst="ellipse">
            <a:avLst/>
          </a:prstGeom>
          <a:noFill/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8487124" y="3308071"/>
            <a:ext cx="1707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나라별 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신재생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 발전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934361" y="3615848"/>
            <a:ext cx="5693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spc="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한국</a:t>
            </a:r>
            <a:endParaRPr lang="ko-KR" altLang="en-US" sz="14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587235" y="3862641"/>
            <a:ext cx="143500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D7C65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12.8%</a:t>
            </a:r>
            <a:r>
              <a:rPr lang="ko-KR" altLang="en-US" sz="28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D7C65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중</a:t>
            </a:r>
            <a:endParaRPr lang="en-US" altLang="ko-KR" sz="2800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D7C65"/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  <a:p>
            <a:r>
              <a:rPr lang="en-US" altLang="ko-KR" sz="28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D7C65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    2.8%</a:t>
            </a:r>
            <a:endParaRPr lang="ko-KR" altLang="en-US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D7C65"/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258698" y="5318505"/>
            <a:ext cx="1920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[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출처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:2018 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기준 연합뉴스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]</a:t>
            </a:r>
            <a:endParaRPr lang="ko-KR" altLang="en-US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39" name="도넛 38"/>
          <p:cNvSpPr/>
          <p:nvPr/>
        </p:nvSpPr>
        <p:spPr>
          <a:xfrm>
            <a:off x="5114471" y="2946453"/>
            <a:ext cx="2088682" cy="2088682"/>
          </a:xfrm>
          <a:prstGeom prst="donut">
            <a:avLst>
              <a:gd name="adj" fmla="val 609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2" name="막힌 원호 41"/>
          <p:cNvSpPr/>
          <p:nvPr/>
        </p:nvSpPr>
        <p:spPr>
          <a:xfrm rot="15523201">
            <a:off x="5114471" y="2946455"/>
            <a:ext cx="2088000" cy="2088000"/>
          </a:xfrm>
          <a:prstGeom prst="blockArc">
            <a:avLst>
              <a:gd name="adj1" fmla="val 10261119"/>
              <a:gd name="adj2" fmla="val 652327"/>
              <a:gd name="adj3" fmla="val 5915"/>
            </a:avLst>
          </a:prstGeom>
          <a:solidFill>
            <a:srgbClr val="FD7C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4981198" y="2813180"/>
            <a:ext cx="2354546" cy="2354546"/>
          </a:xfrm>
          <a:prstGeom prst="ellipse">
            <a:avLst/>
          </a:prstGeom>
          <a:noFill/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5873777" y="3655473"/>
            <a:ext cx="5693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spc="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중국</a:t>
            </a:r>
            <a:endParaRPr lang="ko-KR" altLang="en-US" sz="14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544185" y="3932339"/>
            <a:ext cx="143500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D7C65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12.8%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D7C65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중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D7C65"/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  <a:p>
            <a:r>
              <a:rPr lang="en-US" altLang="ko-KR" sz="28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D7C65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   7.3%</a:t>
            </a:r>
            <a:endParaRPr lang="ko-KR" altLang="en-US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D7C65"/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344733" y="3382174"/>
            <a:ext cx="1707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나라별 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신재생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 발전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420045" y="6042179"/>
            <a:ext cx="1920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[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출처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:2018 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기준 연합뉴스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]</a:t>
            </a:r>
            <a:endParaRPr lang="ko-KR" altLang="en-US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340764" y="5430727"/>
            <a:ext cx="1920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[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출처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:2018 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기준 연합뉴스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]</a:t>
            </a:r>
            <a:endParaRPr lang="ko-KR" altLang="en-US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66" name="막힌 원호 65"/>
          <p:cNvSpPr/>
          <p:nvPr/>
        </p:nvSpPr>
        <p:spPr>
          <a:xfrm rot="15523201">
            <a:off x="1625452" y="2856061"/>
            <a:ext cx="2088000" cy="2088000"/>
          </a:xfrm>
          <a:prstGeom prst="blockArc">
            <a:avLst>
              <a:gd name="adj1" fmla="val 10261119"/>
              <a:gd name="adj2" fmla="val 652327"/>
              <a:gd name="adj3" fmla="val 5915"/>
            </a:avLst>
          </a:prstGeom>
          <a:solidFill>
            <a:srgbClr val="FD7C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1492179" y="2722786"/>
            <a:ext cx="2354546" cy="2354546"/>
          </a:xfrm>
          <a:prstGeom prst="ellipse">
            <a:avLst/>
          </a:prstGeom>
          <a:noFill/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/>
          <p:cNvSpPr txBox="1"/>
          <p:nvPr/>
        </p:nvSpPr>
        <p:spPr>
          <a:xfrm>
            <a:off x="2384758" y="3565079"/>
            <a:ext cx="5693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spc="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미국</a:t>
            </a:r>
            <a:endParaRPr lang="ko-KR" altLang="en-US" sz="14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055166" y="3841945"/>
            <a:ext cx="143500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D7C65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12.8%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D7C65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중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D7C65"/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  <a:p>
            <a:r>
              <a:rPr lang="en-US" altLang="ko-KR" sz="28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D7C65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   9.8%</a:t>
            </a:r>
            <a:endParaRPr lang="ko-KR" altLang="en-US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D7C65"/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855714" y="3291780"/>
            <a:ext cx="1707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나라별 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신재생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 발전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851745" y="5340333"/>
            <a:ext cx="1920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[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출처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:2018 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기준 연합뉴스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]</a:t>
            </a:r>
            <a:endParaRPr lang="ko-KR" altLang="en-US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312" b="8014"/>
          <a:stretch/>
        </p:blipFill>
        <p:spPr>
          <a:xfrm>
            <a:off x="49771" y="27872"/>
            <a:ext cx="7324153" cy="686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813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/>
          <p:cNvSpPr/>
          <p:nvPr/>
        </p:nvSpPr>
        <p:spPr>
          <a:xfrm>
            <a:off x="5378248" y="2147316"/>
            <a:ext cx="1349436" cy="470892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8" t="27349" r="1296" b="37101"/>
          <a:stretch/>
        </p:blipFill>
        <p:spPr>
          <a:xfrm>
            <a:off x="2003502" y="1235060"/>
            <a:ext cx="2150575" cy="81747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897011" y="1954629"/>
            <a:ext cx="22535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Megrim" panose="02000603000000000000" pitchFamily="2" charset="0"/>
                <a:ea typeface="-윤고딕310" panose="02030504000101010101" pitchFamily="18" charset="-127"/>
              </a:rPr>
              <a:t>Contents</a:t>
            </a:r>
            <a:endParaRPr lang="ko-KR" altLang="en-US" sz="4000" spc="-150" dirty="0">
              <a:ln>
                <a:solidFill>
                  <a:schemeClr val="accent1">
                    <a:alpha val="0"/>
                  </a:schemeClr>
                </a:solidFill>
              </a:ln>
              <a:latin typeface="Megrim" panose="02000603000000000000" pitchFamily="2" charset="0"/>
              <a:ea typeface="-윤고딕310" panose="02030504000101010101" pitchFamily="18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141888" y="2679478"/>
            <a:ext cx="1023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01</a:t>
            </a:r>
            <a:endParaRPr lang="ko-KR" altLang="en-US" sz="12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5513834" y="4983176"/>
            <a:ext cx="1222099" cy="378064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hlinkClick r:id="rId3" action="ppaction://hlinksldjump"/>
          </p:cNvPr>
          <p:cNvSpPr txBox="1"/>
          <p:nvPr/>
        </p:nvSpPr>
        <p:spPr>
          <a:xfrm>
            <a:off x="4486469" y="2779623"/>
            <a:ext cx="3132994" cy="709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spc="-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-윤고딕320" panose="02030504000101010101" pitchFamily="18" charset="-127"/>
                <a:ea typeface="-윤고딕320" panose="02030504000101010101" pitchFamily="18" charset="-127"/>
              </a:rPr>
              <a:t>주제선정 및 이유</a:t>
            </a:r>
            <a:endParaRPr lang="ko-KR" altLang="en-US" sz="3000" spc="-100" dirty="0">
              <a:ln>
                <a:solidFill>
                  <a:schemeClr val="accent1">
                    <a:alpha val="0"/>
                  </a:schemeClr>
                </a:solidFill>
              </a:ln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652630" y="2082638"/>
            <a:ext cx="800672" cy="787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400" spc="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02</a:t>
            </a:r>
            <a:endParaRPr lang="ko-KR" altLang="en-US" sz="34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627744" y="4780002"/>
            <a:ext cx="85044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400" spc="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04</a:t>
            </a:r>
            <a:endParaRPr lang="ko-KR" altLang="en-US" sz="34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010268" y="1498434"/>
            <a:ext cx="2085398" cy="709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spc="-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54535B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팀원소개</a:t>
            </a:r>
            <a:endParaRPr lang="ko-KR" altLang="en-US" sz="3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54535B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5378249" y="989928"/>
            <a:ext cx="1349436" cy="470892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5610918" y="875654"/>
            <a:ext cx="884097" cy="787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400" spc="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01</a:t>
            </a:r>
            <a:endParaRPr lang="ko-KR" altLang="en-US" sz="34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705124" y="4114065"/>
            <a:ext cx="34503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spc="-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B867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1)</a:t>
            </a:r>
            <a:r>
              <a:rPr lang="ko-KR" altLang="en-US" sz="3000" spc="-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B867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홈페이지 소개</a:t>
            </a:r>
            <a:endParaRPr lang="ko-KR" altLang="en-US" sz="3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B8671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5441917" y="3575906"/>
            <a:ext cx="1222099" cy="37806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5652630" y="3362922"/>
            <a:ext cx="800672" cy="787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400" spc="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03</a:t>
            </a:r>
            <a:endParaRPr lang="ko-KR" altLang="en-US" sz="34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69001" y="5592824"/>
            <a:ext cx="31546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spc="-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B867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2)</a:t>
            </a:r>
            <a:r>
              <a:rPr lang="ko-KR" altLang="en-US" sz="3000" spc="-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B867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홈페이지 소개</a:t>
            </a:r>
            <a:endParaRPr lang="ko-KR" altLang="en-US" sz="3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B8671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7026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직선 연결선 20"/>
          <p:cNvCxnSpPr/>
          <p:nvPr/>
        </p:nvCxnSpPr>
        <p:spPr>
          <a:xfrm>
            <a:off x="3899933" y="1963826"/>
            <a:ext cx="4263406" cy="0"/>
          </a:xfrm>
          <a:prstGeom prst="line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590901" y="1450166"/>
            <a:ext cx="10102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spc="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메뉴 구성</a:t>
            </a:r>
            <a:endParaRPr lang="ko-KR" altLang="en-US" sz="14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10455" y="1020843"/>
            <a:ext cx="3771088" cy="29076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4960615" y="996949"/>
            <a:ext cx="21804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spc="3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03. </a:t>
            </a:r>
            <a:r>
              <a:rPr lang="ko-KR" altLang="en-US" sz="1600" spc="3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홈페이지 소개</a:t>
            </a:r>
            <a:endParaRPr lang="ko-KR" altLang="en-US" sz="1600" spc="3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pic>
        <p:nvPicPr>
          <p:cNvPr id="54" name="그림 5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47" t="27349" r="1296" b="37101"/>
          <a:stretch/>
        </p:blipFill>
        <p:spPr>
          <a:xfrm>
            <a:off x="5080534" y="171466"/>
            <a:ext cx="2030931" cy="745545"/>
          </a:xfrm>
          <a:prstGeom prst="rect">
            <a:avLst/>
          </a:prstGeom>
        </p:spPr>
      </p:pic>
      <p:sp>
        <p:nvSpPr>
          <p:cNvPr id="35" name="직사각형 34"/>
          <p:cNvSpPr/>
          <p:nvPr/>
        </p:nvSpPr>
        <p:spPr>
          <a:xfrm>
            <a:off x="5199104" y="2109912"/>
            <a:ext cx="1793790" cy="600493"/>
          </a:xfrm>
          <a:prstGeom prst="rect">
            <a:avLst/>
          </a:prstGeom>
          <a:solidFill>
            <a:srgbClr val="FD7C65">
              <a:alpha val="26000"/>
            </a:srgbClr>
          </a:solidFill>
          <a:ln w="28575">
            <a:solidFill>
              <a:srgbClr val="FD7C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FD7C65"/>
                </a:solidFill>
              </a:rPr>
              <a:t>Main(index)</a:t>
            </a:r>
            <a:endParaRPr lang="ko-KR" altLang="en-US" dirty="0">
              <a:solidFill>
                <a:srgbClr val="FD7C65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5454393" y="3157662"/>
            <a:ext cx="1283212" cy="600493"/>
          </a:xfrm>
          <a:prstGeom prst="rect">
            <a:avLst/>
          </a:prstGeom>
          <a:solidFill>
            <a:srgbClr val="FD7C65">
              <a:alpha val="26000"/>
            </a:srgbClr>
          </a:solidFill>
          <a:ln w="28575">
            <a:solidFill>
              <a:srgbClr val="FD7C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rgbClr val="FD7C65"/>
                </a:solidFill>
              </a:rPr>
              <a:t>고객센터</a:t>
            </a:r>
            <a:endParaRPr lang="ko-KR" altLang="en-US" sz="1200" b="1" dirty="0">
              <a:solidFill>
                <a:srgbClr val="FD7C65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7521733" y="3157661"/>
            <a:ext cx="1283212" cy="600493"/>
          </a:xfrm>
          <a:prstGeom prst="rect">
            <a:avLst/>
          </a:prstGeom>
          <a:solidFill>
            <a:srgbClr val="FD7C65">
              <a:alpha val="26000"/>
            </a:srgbClr>
          </a:solidFill>
          <a:ln w="28575">
            <a:solidFill>
              <a:srgbClr val="FD7C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rgbClr val="FD7C65"/>
                </a:solidFill>
              </a:rPr>
              <a:t>자료실</a:t>
            </a:r>
            <a:endParaRPr lang="ko-KR" altLang="en-US" sz="1200" dirty="0">
              <a:solidFill>
                <a:srgbClr val="FD7C65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387053" y="3157661"/>
            <a:ext cx="1283212" cy="600493"/>
          </a:xfrm>
          <a:prstGeom prst="rect">
            <a:avLst/>
          </a:prstGeom>
          <a:solidFill>
            <a:srgbClr val="FD7C65">
              <a:alpha val="26000"/>
            </a:srgbClr>
          </a:solidFill>
          <a:ln w="28575">
            <a:solidFill>
              <a:srgbClr val="FD7C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 smtClean="0">
                <a:solidFill>
                  <a:srgbClr val="FD7C65"/>
                </a:solidFill>
              </a:rPr>
              <a:t>신재생에너지</a:t>
            </a:r>
            <a:endParaRPr lang="en-US" altLang="ko-KR" sz="1200" b="1" dirty="0" smtClean="0">
              <a:solidFill>
                <a:srgbClr val="FD7C65"/>
              </a:solidFill>
            </a:endParaRPr>
          </a:p>
          <a:p>
            <a:pPr algn="ctr"/>
            <a:r>
              <a:rPr lang="ko-KR" altLang="en-US" sz="1200" b="1" dirty="0" smtClean="0">
                <a:solidFill>
                  <a:srgbClr val="FD7C65"/>
                </a:solidFill>
              </a:rPr>
              <a:t>소개</a:t>
            </a:r>
            <a:endParaRPr lang="ko-KR" altLang="en-US" sz="1200" b="1" dirty="0">
              <a:solidFill>
                <a:srgbClr val="FD7C65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5828253" y="4138737"/>
            <a:ext cx="1283212" cy="300247"/>
          </a:xfrm>
          <a:prstGeom prst="rect">
            <a:avLst/>
          </a:prstGeom>
          <a:solidFill>
            <a:srgbClr val="FD7C65">
              <a:alpha val="26000"/>
            </a:srgbClr>
          </a:solidFill>
          <a:ln w="19050">
            <a:solidFill>
              <a:srgbClr val="FD7C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rgbClr val="FD7C65"/>
                </a:solidFill>
              </a:rPr>
              <a:t>공지사항</a:t>
            </a:r>
            <a:endParaRPr lang="ko-KR" altLang="en-US" sz="1200" dirty="0">
              <a:solidFill>
                <a:srgbClr val="FD7C65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5809492" y="4819566"/>
            <a:ext cx="1283212" cy="300247"/>
          </a:xfrm>
          <a:prstGeom prst="rect">
            <a:avLst/>
          </a:prstGeom>
          <a:solidFill>
            <a:srgbClr val="FD7C65">
              <a:alpha val="26000"/>
            </a:srgbClr>
          </a:solidFill>
          <a:ln w="19050">
            <a:solidFill>
              <a:srgbClr val="FD7C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rgbClr val="FD7C65"/>
                </a:solidFill>
              </a:rPr>
              <a:t>관련사이트</a:t>
            </a:r>
            <a:endParaRPr lang="ko-KR" altLang="en-US" sz="1200" dirty="0">
              <a:solidFill>
                <a:srgbClr val="FD7C65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7831110" y="4138737"/>
            <a:ext cx="1283212" cy="300247"/>
          </a:xfrm>
          <a:prstGeom prst="rect">
            <a:avLst/>
          </a:prstGeom>
          <a:solidFill>
            <a:srgbClr val="FD7C65">
              <a:alpha val="26000"/>
            </a:srgbClr>
          </a:solidFill>
          <a:ln w="19050">
            <a:solidFill>
              <a:srgbClr val="FD7C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rgbClr val="FD7C65"/>
                </a:solidFill>
              </a:rPr>
              <a:t>용어사전</a:t>
            </a:r>
            <a:endParaRPr lang="ko-KR" altLang="en-US" sz="1200" dirty="0">
              <a:solidFill>
                <a:srgbClr val="FD7C65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7812349" y="4819566"/>
            <a:ext cx="1283212" cy="300247"/>
          </a:xfrm>
          <a:prstGeom prst="rect">
            <a:avLst/>
          </a:prstGeom>
          <a:solidFill>
            <a:srgbClr val="FD7C65">
              <a:alpha val="26000"/>
            </a:srgbClr>
          </a:solidFill>
          <a:ln w="19050">
            <a:solidFill>
              <a:srgbClr val="FD7C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rgbClr val="FD7C65"/>
                </a:solidFill>
              </a:rPr>
              <a:t>통계자료</a:t>
            </a:r>
            <a:endParaRPr lang="ko-KR" altLang="en-US" sz="1200" dirty="0">
              <a:solidFill>
                <a:srgbClr val="FD7C65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7849871" y="5500395"/>
            <a:ext cx="1283212" cy="300247"/>
          </a:xfrm>
          <a:prstGeom prst="rect">
            <a:avLst/>
          </a:prstGeom>
          <a:solidFill>
            <a:srgbClr val="FD7C65">
              <a:alpha val="26000"/>
            </a:srgbClr>
          </a:solidFill>
          <a:ln w="19050">
            <a:solidFill>
              <a:srgbClr val="FD7C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rgbClr val="FD7C65"/>
                </a:solidFill>
              </a:rPr>
              <a:t>일반자료실</a:t>
            </a:r>
            <a:endParaRPr lang="ko-KR" altLang="en-US" sz="1200" dirty="0">
              <a:solidFill>
                <a:srgbClr val="FD7C65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7849871" y="6181224"/>
            <a:ext cx="1283212" cy="300247"/>
          </a:xfrm>
          <a:prstGeom prst="rect">
            <a:avLst/>
          </a:prstGeom>
          <a:solidFill>
            <a:srgbClr val="FD7C65">
              <a:alpha val="26000"/>
            </a:srgbClr>
          </a:solidFill>
          <a:ln w="19050">
            <a:solidFill>
              <a:srgbClr val="FD7C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rgbClr val="FD7C65"/>
                </a:solidFill>
              </a:rPr>
              <a:t>보도자료</a:t>
            </a:r>
            <a:endParaRPr lang="ko-KR" altLang="en-US" sz="1200" dirty="0">
              <a:solidFill>
                <a:srgbClr val="FD7C65"/>
              </a:solidFill>
            </a:endParaRPr>
          </a:p>
        </p:txBody>
      </p:sp>
      <p:cxnSp>
        <p:nvCxnSpPr>
          <p:cNvPr id="3" name="꺾인 연결선 2"/>
          <p:cNvCxnSpPr>
            <a:endCxn id="66" idx="1"/>
          </p:cNvCxnSpPr>
          <p:nvPr/>
        </p:nvCxnSpPr>
        <p:spPr>
          <a:xfrm rot="16200000" flipH="1">
            <a:off x="5444224" y="3904831"/>
            <a:ext cx="530707" cy="237352"/>
          </a:xfrm>
          <a:prstGeom prst="bentConnector2">
            <a:avLst/>
          </a:prstGeom>
          <a:ln>
            <a:solidFill>
              <a:srgbClr val="FD7C65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꺾인 연결선 74"/>
          <p:cNvCxnSpPr/>
          <p:nvPr/>
        </p:nvCxnSpPr>
        <p:spPr>
          <a:xfrm rot="16200000" flipH="1">
            <a:off x="5339700" y="4499896"/>
            <a:ext cx="720996" cy="218591"/>
          </a:xfrm>
          <a:prstGeom prst="bentConnector3">
            <a:avLst>
              <a:gd name="adj1" fmla="val 100201"/>
            </a:avLst>
          </a:prstGeom>
          <a:ln>
            <a:solidFill>
              <a:srgbClr val="FD7C65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6" name="꺾인 연결선 75"/>
          <p:cNvCxnSpPr>
            <a:endCxn id="71" idx="1"/>
          </p:cNvCxnSpPr>
          <p:nvPr/>
        </p:nvCxnSpPr>
        <p:spPr>
          <a:xfrm rot="16200000" flipH="1">
            <a:off x="7469762" y="3927512"/>
            <a:ext cx="530707" cy="191990"/>
          </a:xfrm>
          <a:prstGeom prst="bentConnector2">
            <a:avLst/>
          </a:prstGeom>
          <a:ln>
            <a:solidFill>
              <a:srgbClr val="FD7C65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꺾인 연결선 76"/>
          <p:cNvCxnSpPr/>
          <p:nvPr/>
        </p:nvCxnSpPr>
        <p:spPr>
          <a:xfrm rot="16200000" flipH="1">
            <a:off x="7377499" y="4534837"/>
            <a:ext cx="696473" cy="173230"/>
          </a:xfrm>
          <a:prstGeom prst="bentConnector3">
            <a:avLst>
              <a:gd name="adj1" fmla="val 99743"/>
            </a:avLst>
          </a:prstGeom>
          <a:ln>
            <a:solidFill>
              <a:srgbClr val="FD7C65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꺾인 연결선 77"/>
          <p:cNvCxnSpPr/>
          <p:nvPr/>
        </p:nvCxnSpPr>
        <p:spPr>
          <a:xfrm rot="16200000" flipH="1">
            <a:off x="7382712" y="5208395"/>
            <a:ext cx="723567" cy="210751"/>
          </a:xfrm>
          <a:prstGeom prst="bentConnector3">
            <a:avLst>
              <a:gd name="adj1" fmla="val 99647"/>
            </a:avLst>
          </a:prstGeom>
          <a:ln>
            <a:solidFill>
              <a:srgbClr val="FD7C65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0" name="꺾인 연결선 79"/>
          <p:cNvCxnSpPr/>
          <p:nvPr/>
        </p:nvCxnSpPr>
        <p:spPr>
          <a:xfrm rot="16200000" flipH="1">
            <a:off x="7346762" y="5833190"/>
            <a:ext cx="799391" cy="214673"/>
          </a:xfrm>
          <a:prstGeom prst="bentConnector3">
            <a:avLst>
              <a:gd name="adj1" fmla="val 100044"/>
            </a:avLst>
          </a:prstGeom>
          <a:ln>
            <a:solidFill>
              <a:srgbClr val="FD7C65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5" name="꺾인 연결선 84"/>
          <p:cNvCxnSpPr>
            <a:stCxn id="35" idx="2"/>
            <a:endCxn id="60" idx="0"/>
          </p:cNvCxnSpPr>
          <p:nvPr/>
        </p:nvCxnSpPr>
        <p:spPr>
          <a:xfrm rot="5400000">
            <a:off x="4838701" y="1900363"/>
            <a:ext cx="447256" cy="2067340"/>
          </a:xfrm>
          <a:prstGeom prst="bentConnector3">
            <a:avLst>
              <a:gd name="adj1" fmla="val 50000"/>
            </a:avLst>
          </a:prstGeom>
          <a:ln>
            <a:solidFill>
              <a:srgbClr val="FD7C65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8" name="꺾인 연결선 87"/>
          <p:cNvCxnSpPr>
            <a:stCxn id="35" idx="2"/>
            <a:endCxn id="55" idx="0"/>
          </p:cNvCxnSpPr>
          <p:nvPr/>
        </p:nvCxnSpPr>
        <p:spPr>
          <a:xfrm rot="16200000" flipH="1">
            <a:off x="6906041" y="1900363"/>
            <a:ext cx="447256" cy="2067340"/>
          </a:xfrm>
          <a:prstGeom prst="bentConnector3">
            <a:avLst>
              <a:gd name="adj1" fmla="val 50000"/>
            </a:avLst>
          </a:prstGeom>
          <a:ln>
            <a:solidFill>
              <a:srgbClr val="FD7C65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>
            <a:stCxn id="35" idx="2"/>
            <a:endCxn id="44" idx="0"/>
          </p:cNvCxnSpPr>
          <p:nvPr/>
        </p:nvCxnSpPr>
        <p:spPr>
          <a:xfrm>
            <a:off x="6095999" y="2710405"/>
            <a:ext cx="0" cy="447257"/>
          </a:xfrm>
          <a:prstGeom prst="straightConnector1">
            <a:avLst/>
          </a:prstGeom>
          <a:ln>
            <a:solidFill>
              <a:srgbClr val="FD7C65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5" name="직사각형 94"/>
          <p:cNvSpPr/>
          <p:nvPr/>
        </p:nvSpPr>
        <p:spPr>
          <a:xfrm>
            <a:off x="3387053" y="4138737"/>
            <a:ext cx="1283212" cy="600493"/>
          </a:xfrm>
          <a:prstGeom prst="rect">
            <a:avLst/>
          </a:prstGeom>
          <a:solidFill>
            <a:srgbClr val="FD7C65">
              <a:alpha val="26000"/>
            </a:srgbClr>
          </a:solidFill>
          <a:ln w="28575">
            <a:solidFill>
              <a:srgbClr val="FD7C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 smtClean="0">
                <a:solidFill>
                  <a:srgbClr val="FD7C65"/>
                </a:solidFill>
              </a:rPr>
              <a:t>사이트맵</a:t>
            </a:r>
            <a:endParaRPr lang="ko-KR" altLang="en-US" sz="1200" b="1" dirty="0">
              <a:solidFill>
                <a:srgbClr val="FD7C65"/>
              </a:solidFill>
            </a:endParaRPr>
          </a:p>
        </p:txBody>
      </p:sp>
      <p:cxnSp>
        <p:nvCxnSpPr>
          <p:cNvPr id="97" name="꺾인 연결선 96"/>
          <p:cNvCxnSpPr>
            <a:endCxn id="95" idx="1"/>
          </p:cNvCxnSpPr>
          <p:nvPr/>
        </p:nvCxnSpPr>
        <p:spPr>
          <a:xfrm rot="5400000">
            <a:off x="2955380" y="3365706"/>
            <a:ext cx="1504952" cy="641605"/>
          </a:xfrm>
          <a:prstGeom prst="bentConnector4">
            <a:avLst>
              <a:gd name="adj1" fmla="val -50"/>
              <a:gd name="adj2" fmla="val 13562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196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4210455" y="1020843"/>
            <a:ext cx="3771088" cy="29076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4189090" y="996949"/>
            <a:ext cx="19816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pc="3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1)</a:t>
            </a:r>
            <a:r>
              <a:rPr lang="ko-KR" altLang="en-US" sz="1600" spc="3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홈페이지 소개</a:t>
            </a:r>
            <a:endParaRPr lang="ko-KR" altLang="en-US" sz="1600" spc="3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pic>
        <p:nvPicPr>
          <p:cNvPr id="54" name="그림 5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47" t="27349" r="1296" b="37101"/>
          <a:stretch/>
        </p:blipFill>
        <p:spPr>
          <a:xfrm>
            <a:off x="5080534" y="171466"/>
            <a:ext cx="2030931" cy="74554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951" y="1359396"/>
            <a:ext cx="8946292" cy="503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29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4210455" y="1020843"/>
            <a:ext cx="3771088" cy="29076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4189090" y="996949"/>
            <a:ext cx="19816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pc="3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2)</a:t>
            </a:r>
            <a:r>
              <a:rPr lang="ko-KR" altLang="en-US" sz="1600" spc="3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홈페이지 소개</a:t>
            </a:r>
            <a:endParaRPr lang="ko-KR" altLang="en-US" sz="1600" spc="3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pic>
        <p:nvPicPr>
          <p:cNvPr id="54" name="그림 5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47" t="27349" r="1296" b="37101"/>
          <a:stretch/>
        </p:blipFill>
        <p:spPr>
          <a:xfrm>
            <a:off x="5080534" y="171466"/>
            <a:ext cx="2030931" cy="745545"/>
          </a:xfrm>
          <a:prstGeom prst="rect">
            <a:avLst/>
          </a:prstGeom>
        </p:spPr>
      </p:pic>
      <p:sp>
        <p:nvSpPr>
          <p:cNvPr id="108" name="모서리가 둥근 직사각형 107"/>
          <p:cNvSpPr/>
          <p:nvPr/>
        </p:nvSpPr>
        <p:spPr>
          <a:xfrm>
            <a:off x="8942874" y="4928221"/>
            <a:ext cx="1044155" cy="2438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2" y="0"/>
            <a:ext cx="4683021" cy="6858000"/>
          </a:xfrm>
          <a:prstGeom prst="rect">
            <a:avLst/>
          </a:prstGeom>
        </p:spPr>
      </p:pic>
      <p:sp>
        <p:nvSpPr>
          <p:cNvPr id="5" name="모서리가 둥근 직사각형 4"/>
          <p:cNvSpPr/>
          <p:nvPr/>
        </p:nvSpPr>
        <p:spPr>
          <a:xfrm>
            <a:off x="4846058" y="1415441"/>
            <a:ext cx="5031110" cy="3008278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hlinkClick r:id="rId4" action="ppaction://hlinkfile"/>
              </a:rPr>
              <a:t>INDEX.HTML</a:t>
            </a:r>
            <a:endParaRPr lang="en-US" altLang="ko-KR" dirty="0" smtClean="0"/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이미지와 로고 디자인에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신경을 썼으며 기본적임을 추구하며 만든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메인 홈페이지입니다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319" y="118059"/>
            <a:ext cx="6723020" cy="6858000"/>
          </a:xfrm>
          <a:prstGeom prst="rect">
            <a:avLst/>
          </a:prstGeom>
        </p:spPr>
      </p:pic>
      <p:sp>
        <p:nvSpPr>
          <p:cNvPr id="22" name="모서리가 둥근 직사각형 21"/>
          <p:cNvSpPr/>
          <p:nvPr/>
        </p:nvSpPr>
        <p:spPr>
          <a:xfrm>
            <a:off x="7981543" y="2934283"/>
            <a:ext cx="4181898" cy="167404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 smtClean="0">
              <a:hlinkClick r:id="rId4" action="ppaction://hlinkfile"/>
            </a:endParaRPr>
          </a:p>
          <a:p>
            <a:pPr algn="ctr"/>
            <a:r>
              <a:rPr lang="en-US" altLang="ko-KR" dirty="0" smtClean="0">
                <a:hlinkClick r:id="rId6" action="ppaction://hlinkfile"/>
              </a:rPr>
              <a:t>SUB_1.HTML</a:t>
            </a:r>
            <a:endParaRPr lang="en-US" altLang="ko-KR" dirty="0" smtClean="0"/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게시판으로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공지자료를 보기 쉽게 만들었습니다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767" y="0"/>
            <a:ext cx="7136262" cy="6919784"/>
          </a:xfrm>
          <a:prstGeom prst="rect">
            <a:avLst/>
          </a:prstGeom>
        </p:spPr>
      </p:pic>
      <p:sp>
        <p:nvSpPr>
          <p:cNvPr id="24" name="모서리가 둥근 직사각형 23"/>
          <p:cNvSpPr/>
          <p:nvPr/>
        </p:nvSpPr>
        <p:spPr>
          <a:xfrm>
            <a:off x="7885651" y="4721668"/>
            <a:ext cx="4354756" cy="189205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 smtClean="0">
              <a:hlinkClick r:id="rId4" action="ppaction://hlinkfile"/>
            </a:endParaRPr>
          </a:p>
          <a:p>
            <a:pPr algn="ctr"/>
            <a:r>
              <a:rPr lang="en-US" altLang="ko-KR" dirty="0" smtClean="0">
                <a:hlinkClick r:id="rId8" action="ppaction://hlinkfile"/>
              </a:rPr>
              <a:t>SUB_2.HTML</a:t>
            </a:r>
            <a:endParaRPr lang="en-US" altLang="ko-KR" dirty="0" smtClean="0"/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신 재생에너지를 소개하며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어떠한 종류들이 있는지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자세히 설명하였습니다</a:t>
            </a:r>
            <a:endParaRPr lang="en-US" altLang="ko-KR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864" y="118059"/>
            <a:ext cx="8593340" cy="6858000"/>
          </a:xfrm>
          <a:prstGeom prst="rect">
            <a:avLst/>
          </a:prstGeom>
        </p:spPr>
      </p:pic>
      <p:sp>
        <p:nvSpPr>
          <p:cNvPr id="25" name="모서리가 둥근 직사각형 24"/>
          <p:cNvSpPr/>
          <p:nvPr/>
        </p:nvSpPr>
        <p:spPr>
          <a:xfrm>
            <a:off x="8002908" y="917011"/>
            <a:ext cx="4095160" cy="171932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 smtClean="0">
              <a:hlinkClick r:id="rId4" action="ppaction://hlinkfile"/>
            </a:endParaRPr>
          </a:p>
          <a:p>
            <a:pPr algn="ctr"/>
            <a:r>
              <a:rPr lang="en-US" altLang="ko-KR" dirty="0" smtClean="0">
                <a:hlinkClick r:id="rId8" action="ppaction://hlinkfile"/>
              </a:rPr>
              <a:t>SUB_3.HTML</a:t>
            </a:r>
            <a:endParaRPr lang="en-US" altLang="ko-KR" dirty="0" smtClean="0"/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서브</a:t>
            </a:r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r>
              <a:rPr lang="ko-KR" altLang="en-US" dirty="0" smtClean="0">
                <a:solidFill>
                  <a:schemeClr val="tx1"/>
                </a:solidFill>
              </a:rPr>
              <a:t>과 같게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게시판으로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공지자료를 보기 쉽게 만들었습니다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  <a:endParaRPr lang="en-US" altLang="ko-KR" dirty="0"/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4082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2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287741" y="2042984"/>
            <a:ext cx="2905027" cy="4303197"/>
          </a:xfrm>
          <a:prstGeom prst="rect">
            <a:avLst/>
          </a:prstGeom>
          <a:solidFill>
            <a:srgbClr val="54535B">
              <a:alpha val="4000"/>
            </a:srgb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직사각형 135"/>
          <p:cNvSpPr/>
          <p:nvPr/>
        </p:nvSpPr>
        <p:spPr>
          <a:xfrm>
            <a:off x="3726629" y="2428240"/>
            <a:ext cx="2111184" cy="3921760"/>
          </a:xfrm>
          <a:prstGeom prst="rect">
            <a:avLst/>
          </a:prstGeom>
          <a:solidFill>
            <a:srgbClr val="54535B">
              <a:alpha val="4000"/>
            </a:srgb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/>
          <p:cNvSpPr/>
          <p:nvPr/>
        </p:nvSpPr>
        <p:spPr>
          <a:xfrm>
            <a:off x="6338139" y="2428240"/>
            <a:ext cx="2111184" cy="3921760"/>
          </a:xfrm>
          <a:prstGeom prst="rect">
            <a:avLst/>
          </a:prstGeom>
          <a:solidFill>
            <a:srgbClr val="54535B">
              <a:alpha val="4000"/>
            </a:srgb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직사각형 141"/>
          <p:cNvSpPr/>
          <p:nvPr/>
        </p:nvSpPr>
        <p:spPr>
          <a:xfrm>
            <a:off x="8949648" y="2428240"/>
            <a:ext cx="2111184" cy="3921760"/>
          </a:xfrm>
          <a:prstGeom prst="rect">
            <a:avLst/>
          </a:prstGeom>
          <a:solidFill>
            <a:srgbClr val="54535B">
              <a:alpha val="4000"/>
            </a:srgb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/>
          <p:cNvCxnSpPr/>
          <p:nvPr/>
        </p:nvCxnSpPr>
        <p:spPr>
          <a:xfrm>
            <a:off x="3899933" y="1963826"/>
            <a:ext cx="4263406" cy="0"/>
          </a:xfrm>
          <a:prstGeom prst="line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604781" y="1450166"/>
            <a:ext cx="4982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소제목에 대한 </a:t>
            </a:r>
            <a:r>
              <a:rPr lang="ko-KR" altLang="en-US" sz="14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멘트를</a:t>
            </a:r>
            <a:r>
              <a:rPr lang="ko-KR" altLang="en-US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적어주면 딱 좋을듯한 느낌적인 느낌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4210455" y="1020843"/>
            <a:ext cx="3771088" cy="29076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4189090" y="996949"/>
            <a:ext cx="38747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pc="3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05.</a:t>
            </a:r>
            <a:r>
              <a:rPr lang="ko-KR" altLang="en-US" sz="1600" spc="3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소제목을 </a:t>
            </a:r>
            <a:r>
              <a:rPr lang="ko-KR" altLang="en-US" sz="1600" spc="3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적어주면 </a:t>
            </a:r>
            <a:r>
              <a:rPr lang="ko-KR" altLang="en-US" sz="1600" spc="3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될거야</a:t>
            </a:r>
            <a:r>
              <a:rPr lang="ko-KR" altLang="en-US" sz="1600" spc="3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아마</a:t>
            </a:r>
          </a:p>
        </p:txBody>
      </p:sp>
      <p:pic>
        <p:nvPicPr>
          <p:cNvPr id="54" name="그림 5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47" t="27349" r="1296" b="37101"/>
          <a:stretch/>
        </p:blipFill>
        <p:spPr>
          <a:xfrm>
            <a:off x="5080534" y="171466"/>
            <a:ext cx="2030931" cy="745545"/>
          </a:xfrm>
          <a:prstGeom prst="rect">
            <a:avLst/>
          </a:prstGeom>
        </p:spPr>
      </p:pic>
      <p:sp>
        <p:nvSpPr>
          <p:cNvPr id="60" name="Freeform 63"/>
          <p:cNvSpPr>
            <a:spLocks noEditPoints="1"/>
          </p:cNvSpPr>
          <p:nvPr/>
        </p:nvSpPr>
        <p:spPr bwMode="auto">
          <a:xfrm>
            <a:off x="1649903" y="2650480"/>
            <a:ext cx="512714" cy="544578"/>
          </a:xfrm>
          <a:custGeom>
            <a:avLst/>
            <a:gdLst>
              <a:gd name="T0" fmla="*/ 2391 w 3187"/>
              <a:gd name="T1" fmla="*/ 2403 h 3382"/>
              <a:gd name="T2" fmla="*/ 2189 w 3187"/>
              <a:gd name="T3" fmla="*/ 2610 h 3382"/>
              <a:gd name="T4" fmla="*/ 2156 w 3187"/>
              <a:gd name="T5" fmla="*/ 2912 h 3382"/>
              <a:gd name="T6" fmla="*/ 2317 w 3187"/>
              <a:gd name="T7" fmla="*/ 3166 h 3382"/>
              <a:gd name="T8" fmla="*/ 2584 w 3187"/>
              <a:gd name="T9" fmla="*/ 3267 h 3382"/>
              <a:gd name="T10" fmla="*/ 2857 w 3187"/>
              <a:gd name="T11" fmla="*/ 3195 h 3382"/>
              <a:gd name="T12" fmla="*/ 3045 w 3187"/>
              <a:gd name="T13" fmla="*/ 2961 h 3382"/>
              <a:gd name="T14" fmla="*/ 3045 w 3187"/>
              <a:gd name="T15" fmla="*/ 2657 h 3382"/>
              <a:gd name="T16" fmla="*/ 2862 w 3187"/>
              <a:gd name="T17" fmla="*/ 2426 h 3382"/>
              <a:gd name="T18" fmla="*/ 2607 w 3187"/>
              <a:gd name="T19" fmla="*/ 2350 h 3382"/>
              <a:gd name="T20" fmla="*/ 331 w 3187"/>
              <a:gd name="T21" fmla="*/ 1301 h 3382"/>
              <a:gd name="T22" fmla="*/ 143 w 3187"/>
              <a:gd name="T23" fmla="*/ 1534 h 3382"/>
              <a:gd name="T24" fmla="*/ 143 w 3187"/>
              <a:gd name="T25" fmla="*/ 1843 h 3382"/>
              <a:gd name="T26" fmla="*/ 331 w 3187"/>
              <a:gd name="T27" fmla="*/ 2076 h 3382"/>
              <a:gd name="T28" fmla="*/ 633 w 3187"/>
              <a:gd name="T29" fmla="*/ 2144 h 3382"/>
              <a:gd name="T30" fmla="*/ 907 w 3187"/>
              <a:gd name="T31" fmla="*/ 2013 h 3382"/>
              <a:gd name="T32" fmla="*/ 1040 w 3187"/>
              <a:gd name="T33" fmla="*/ 1742 h 3382"/>
              <a:gd name="T34" fmla="*/ 971 w 3187"/>
              <a:gd name="T35" fmla="*/ 1443 h 3382"/>
              <a:gd name="T36" fmla="*/ 735 w 3187"/>
              <a:gd name="T37" fmla="*/ 1257 h 3382"/>
              <a:gd name="T38" fmla="*/ 2501 w 3187"/>
              <a:gd name="T39" fmla="*/ 127 h 3382"/>
              <a:gd name="T40" fmla="*/ 2246 w 3187"/>
              <a:gd name="T41" fmla="*/ 288 h 3382"/>
              <a:gd name="T42" fmla="*/ 2144 w 3187"/>
              <a:gd name="T43" fmla="*/ 574 h 3382"/>
              <a:gd name="T44" fmla="*/ 2246 w 3187"/>
              <a:gd name="T45" fmla="*/ 860 h 3382"/>
              <a:gd name="T46" fmla="*/ 2501 w 3187"/>
              <a:gd name="T47" fmla="*/ 1019 h 3382"/>
              <a:gd name="T48" fmla="*/ 2811 w 3187"/>
              <a:gd name="T49" fmla="*/ 985 h 3382"/>
              <a:gd name="T50" fmla="*/ 3024 w 3187"/>
              <a:gd name="T51" fmla="*/ 775 h 3382"/>
              <a:gd name="T52" fmla="*/ 3059 w 3187"/>
              <a:gd name="T53" fmla="*/ 468 h 3382"/>
              <a:gd name="T54" fmla="*/ 2897 w 3187"/>
              <a:gd name="T55" fmla="*/ 216 h 3382"/>
              <a:gd name="T56" fmla="*/ 2607 w 3187"/>
              <a:gd name="T57" fmla="*/ 115 h 3382"/>
              <a:gd name="T58" fmla="*/ 2900 w 3187"/>
              <a:gd name="T59" fmla="*/ 79 h 3382"/>
              <a:gd name="T60" fmla="*/ 3135 w 3187"/>
              <a:gd name="T61" fmla="*/ 338 h 3382"/>
              <a:gd name="T62" fmla="*/ 3173 w 3187"/>
              <a:gd name="T63" fmla="*/ 696 h 3382"/>
              <a:gd name="T64" fmla="*/ 2996 w 3187"/>
              <a:gd name="T65" fmla="*/ 999 h 3382"/>
              <a:gd name="T66" fmla="*/ 2670 w 3187"/>
              <a:gd name="T67" fmla="*/ 1144 h 3382"/>
              <a:gd name="T68" fmla="*/ 2325 w 3187"/>
              <a:gd name="T69" fmla="*/ 1074 h 3382"/>
              <a:gd name="T70" fmla="*/ 1118 w 3187"/>
              <a:gd name="T71" fmla="*/ 1477 h 3382"/>
              <a:gd name="T72" fmla="*/ 1148 w 3187"/>
              <a:gd name="T73" fmla="*/ 1798 h 3382"/>
              <a:gd name="T74" fmla="*/ 2198 w 3187"/>
              <a:gd name="T75" fmla="*/ 2403 h 3382"/>
              <a:gd name="T76" fmla="*/ 2477 w 3187"/>
              <a:gd name="T77" fmla="*/ 2250 h 3382"/>
              <a:gd name="T78" fmla="*/ 2788 w 3187"/>
              <a:gd name="T79" fmla="*/ 2264 h 3382"/>
              <a:gd name="T80" fmla="*/ 3056 w 3187"/>
              <a:gd name="T81" fmla="*/ 2446 h 3382"/>
              <a:gd name="T82" fmla="*/ 3184 w 3187"/>
              <a:gd name="T83" fmla="*/ 2752 h 3382"/>
              <a:gd name="T84" fmla="*/ 3118 w 3187"/>
              <a:gd name="T85" fmla="*/ 3079 h 3382"/>
              <a:gd name="T86" fmla="*/ 2893 w 3187"/>
              <a:gd name="T87" fmla="*/ 3307 h 3382"/>
              <a:gd name="T88" fmla="*/ 2607 w 3187"/>
              <a:gd name="T89" fmla="*/ 3382 h 3382"/>
              <a:gd name="T90" fmla="*/ 2321 w 3187"/>
              <a:gd name="T91" fmla="*/ 3307 h 3382"/>
              <a:gd name="T92" fmla="*/ 2096 w 3187"/>
              <a:gd name="T93" fmla="*/ 3079 h 3382"/>
              <a:gd name="T94" fmla="*/ 2030 w 3187"/>
              <a:gd name="T95" fmla="*/ 2755 h 3382"/>
              <a:gd name="T96" fmla="*/ 993 w 3187"/>
              <a:gd name="T97" fmla="*/ 2089 h 3382"/>
              <a:gd name="T98" fmla="*/ 698 w 3187"/>
              <a:gd name="T99" fmla="*/ 2250 h 3382"/>
              <a:gd name="T100" fmla="*/ 341 w 3187"/>
              <a:gd name="T101" fmla="*/ 2211 h 3382"/>
              <a:gd name="T102" fmla="*/ 79 w 3187"/>
              <a:gd name="T103" fmla="*/ 1978 h 3382"/>
              <a:gd name="T104" fmla="*/ 4 w 3187"/>
              <a:gd name="T105" fmla="*/ 1627 h 3382"/>
              <a:gd name="T106" fmla="*/ 149 w 3187"/>
              <a:gd name="T107" fmla="*/ 1304 h 3382"/>
              <a:gd name="T108" fmla="*/ 456 w 3187"/>
              <a:gd name="T109" fmla="*/ 1129 h 3382"/>
              <a:gd name="T110" fmla="*/ 807 w 3187"/>
              <a:gd name="T111" fmla="*/ 1162 h 3382"/>
              <a:gd name="T112" fmla="*/ 1064 w 3187"/>
              <a:gd name="T113" fmla="*/ 1375 h 3382"/>
              <a:gd name="T114" fmla="*/ 2031 w 3187"/>
              <a:gd name="T115" fmla="*/ 511 h 3382"/>
              <a:gd name="T116" fmla="*/ 2177 w 3187"/>
              <a:gd name="T117" fmla="*/ 190 h 3382"/>
              <a:gd name="T118" fmla="*/ 2483 w 3187"/>
              <a:gd name="T119" fmla="*/ 14 h 33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187" h="3382">
                <a:moveTo>
                  <a:pt x="2607" y="2350"/>
                </a:moveTo>
                <a:lnTo>
                  <a:pt x="2563" y="2352"/>
                </a:lnTo>
                <a:lnTo>
                  <a:pt x="2519" y="2359"/>
                </a:lnTo>
                <a:lnTo>
                  <a:pt x="2475" y="2369"/>
                </a:lnTo>
                <a:lnTo>
                  <a:pt x="2433" y="2384"/>
                </a:lnTo>
                <a:lnTo>
                  <a:pt x="2391" y="2403"/>
                </a:lnTo>
                <a:lnTo>
                  <a:pt x="2353" y="2426"/>
                </a:lnTo>
                <a:lnTo>
                  <a:pt x="2315" y="2453"/>
                </a:lnTo>
                <a:lnTo>
                  <a:pt x="2279" y="2484"/>
                </a:lnTo>
                <a:lnTo>
                  <a:pt x="2245" y="2523"/>
                </a:lnTo>
                <a:lnTo>
                  <a:pt x="2215" y="2565"/>
                </a:lnTo>
                <a:lnTo>
                  <a:pt x="2189" y="2610"/>
                </a:lnTo>
                <a:lnTo>
                  <a:pt x="2170" y="2657"/>
                </a:lnTo>
                <a:lnTo>
                  <a:pt x="2156" y="2706"/>
                </a:lnTo>
                <a:lnTo>
                  <a:pt x="2147" y="2756"/>
                </a:lnTo>
                <a:lnTo>
                  <a:pt x="2144" y="2808"/>
                </a:lnTo>
                <a:lnTo>
                  <a:pt x="2147" y="2861"/>
                </a:lnTo>
                <a:lnTo>
                  <a:pt x="2156" y="2912"/>
                </a:lnTo>
                <a:lnTo>
                  <a:pt x="2170" y="2961"/>
                </a:lnTo>
                <a:lnTo>
                  <a:pt x="2189" y="3007"/>
                </a:lnTo>
                <a:lnTo>
                  <a:pt x="2215" y="3052"/>
                </a:lnTo>
                <a:lnTo>
                  <a:pt x="2245" y="3095"/>
                </a:lnTo>
                <a:lnTo>
                  <a:pt x="2279" y="3133"/>
                </a:lnTo>
                <a:lnTo>
                  <a:pt x="2317" y="3166"/>
                </a:lnTo>
                <a:lnTo>
                  <a:pt x="2358" y="3195"/>
                </a:lnTo>
                <a:lnTo>
                  <a:pt x="2400" y="3219"/>
                </a:lnTo>
                <a:lnTo>
                  <a:pt x="2444" y="3238"/>
                </a:lnTo>
                <a:lnTo>
                  <a:pt x="2489" y="3252"/>
                </a:lnTo>
                <a:lnTo>
                  <a:pt x="2536" y="3262"/>
                </a:lnTo>
                <a:lnTo>
                  <a:pt x="2584" y="3267"/>
                </a:lnTo>
                <a:lnTo>
                  <a:pt x="2631" y="3267"/>
                </a:lnTo>
                <a:lnTo>
                  <a:pt x="2678" y="3262"/>
                </a:lnTo>
                <a:lnTo>
                  <a:pt x="2725" y="3252"/>
                </a:lnTo>
                <a:lnTo>
                  <a:pt x="2771" y="3238"/>
                </a:lnTo>
                <a:lnTo>
                  <a:pt x="2815" y="3219"/>
                </a:lnTo>
                <a:lnTo>
                  <a:pt x="2857" y="3195"/>
                </a:lnTo>
                <a:lnTo>
                  <a:pt x="2898" y="3166"/>
                </a:lnTo>
                <a:lnTo>
                  <a:pt x="2935" y="3133"/>
                </a:lnTo>
                <a:lnTo>
                  <a:pt x="2970" y="3095"/>
                </a:lnTo>
                <a:lnTo>
                  <a:pt x="3000" y="3052"/>
                </a:lnTo>
                <a:lnTo>
                  <a:pt x="3026" y="3007"/>
                </a:lnTo>
                <a:lnTo>
                  <a:pt x="3045" y="2961"/>
                </a:lnTo>
                <a:lnTo>
                  <a:pt x="3059" y="2912"/>
                </a:lnTo>
                <a:lnTo>
                  <a:pt x="3068" y="2861"/>
                </a:lnTo>
                <a:lnTo>
                  <a:pt x="3071" y="2808"/>
                </a:lnTo>
                <a:lnTo>
                  <a:pt x="3068" y="2756"/>
                </a:lnTo>
                <a:lnTo>
                  <a:pt x="3059" y="2706"/>
                </a:lnTo>
                <a:lnTo>
                  <a:pt x="3045" y="2657"/>
                </a:lnTo>
                <a:lnTo>
                  <a:pt x="3026" y="2610"/>
                </a:lnTo>
                <a:lnTo>
                  <a:pt x="3000" y="2565"/>
                </a:lnTo>
                <a:lnTo>
                  <a:pt x="2970" y="2523"/>
                </a:lnTo>
                <a:lnTo>
                  <a:pt x="2935" y="2484"/>
                </a:lnTo>
                <a:lnTo>
                  <a:pt x="2900" y="2453"/>
                </a:lnTo>
                <a:lnTo>
                  <a:pt x="2862" y="2426"/>
                </a:lnTo>
                <a:lnTo>
                  <a:pt x="2822" y="2403"/>
                </a:lnTo>
                <a:lnTo>
                  <a:pt x="2782" y="2384"/>
                </a:lnTo>
                <a:lnTo>
                  <a:pt x="2740" y="2369"/>
                </a:lnTo>
                <a:lnTo>
                  <a:pt x="2696" y="2359"/>
                </a:lnTo>
                <a:lnTo>
                  <a:pt x="2652" y="2352"/>
                </a:lnTo>
                <a:lnTo>
                  <a:pt x="2607" y="2350"/>
                </a:lnTo>
                <a:close/>
                <a:moveTo>
                  <a:pt x="579" y="1230"/>
                </a:moveTo>
                <a:lnTo>
                  <a:pt x="526" y="1233"/>
                </a:lnTo>
                <a:lnTo>
                  <a:pt x="473" y="1242"/>
                </a:lnTo>
                <a:lnTo>
                  <a:pt x="424" y="1257"/>
                </a:lnTo>
                <a:lnTo>
                  <a:pt x="376" y="1277"/>
                </a:lnTo>
                <a:lnTo>
                  <a:pt x="331" y="1301"/>
                </a:lnTo>
                <a:lnTo>
                  <a:pt x="290" y="1331"/>
                </a:lnTo>
                <a:lnTo>
                  <a:pt x="253" y="1364"/>
                </a:lnTo>
                <a:lnTo>
                  <a:pt x="218" y="1402"/>
                </a:lnTo>
                <a:lnTo>
                  <a:pt x="188" y="1443"/>
                </a:lnTo>
                <a:lnTo>
                  <a:pt x="163" y="1487"/>
                </a:lnTo>
                <a:lnTo>
                  <a:pt x="143" y="1534"/>
                </a:lnTo>
                <a:lnTo>
                  <a:pt x="129" y="1583"/>
                </a:lnTo>
                <a:lnTo>
                  <a:pt x="119" y="1635"/>
                </a:lnTo>
                <a:lnTo>
                  <a:pt x="116" y="1688"/>
                </a:lnTo>
                <a:lnTo>
                  <a:pt x="119" y="1742"/>
                </a:lnTo>
                <a:lnTo>
                  <a:pt x="129" y="1794"/>
                </a:lnTo>
                <a:lnTo>
                  <a:pt x="143" y="1843"/>
                </a:lnTo>
                <a:lnTo>
                  <a:pt x="163" y="1891"/>
                </a:lnTo>
                <a:lnTo>
                  <a:pt x="188" y="1934"/>
                </a:lnTo>
                <a:lnTo>
                  <a:pt x="218" y="1976"/>
                </a:lnTo>
                <a:lnTo>
                  <a:pt x="253" y="2013"/>
                </a:lnTo>
                <a:lnTo>
                  <a:pt x="290" y="2046"/>
                </a:lnTo>
                <a:lnTo>
                  <a:pt x="331" y="2076"/>
                </a:lnTo>
                <a:lnTo>
                  <a:pt x="376" y="2100"/>
                </a:lnTo>
                <a:lnTo>
                  <a:pt x="424" y="2120"/>
                </a:lnTo>
                <a:lnTo>
                  <a:pt x="473" y="2135"/>
                </a:lnTo>
                <a:lnTo>
                  <a:pt x="526" y="2144"/>
                </a:lnTo>
                <a:lnTo>
                  <a:pt x="579" y="2147"/>
                </a:lnTo>
                <a:lnTo>
                  <a:pt x="633" y="2144"/>
                </a:lnTo>
                <a:lnTo>
                  <a:pt x="686" y="2135"/>
                </a:lnTo>
                <a:lnTo>
                  <a:pt x="735" y="2120"/>
                </a:lnTo>
                <a:lnTo>
                  <a:pt x="784" y="2100"/>
                </a:lnTo>
                <a:lnTo>
                  <a:pt x="828" y="2076"/>
                </a:lnTo>
                <a:lnTo>
                  <a:pt x="870" y="2046"/>
                </a:lnTo>
                <a:lnTo>
                  <a:pt x="907" y="2013"/>
                </a:lnTo>
                <a:lnTo>
                  <a:pt x="941" y="1976"/>
                </a:lnTo>
                <a:lnTo>
                  <a:pt x="971" y="1934"/>
                </a:lnTo>
                <a:lnTo>
                  <a:pt x="996" y="1891"/>
                </a:lnTo>
                <a:lnTo>
                  <a:pt x="1016" y="1843"/>
                </a:lnTo>
                <a:lnTo>
                  <a:pt x="1031" y="1794"/>
                </a:lnTo>
                <a:lnTo>
                  <a:pt x="1040" y="1742"/>
                </a:lnTo>
                <a:lnTo>
                  <a:pt x="1043" y="1688"/>
                </a:lnTo>
                <a:lnTo>
                  <a:pt x="1040" y="1635"/>
                </a:lnTo>
                <a:lnTo>
                  <a:pt x="1031" y="1583"/>
                </a:lnTo>
                <a:lnTo>
                  <a:pt x="1016" y="1534"/>
                </a:lnTo>
                <a:lnTo>
                  <a:pt x="996" y="1487"/>
                </a:lnTo>
                <a:lnTo>
                  <a:pt x="971" y="1443"/>
                </a:lnTo>
                <a:lnTo>
                  <a:pt x="941" y="1402"/>
                </a:lnTo>
                <a:lnTo>
                  <a:pt x="907" y="1364"/>
                </a:lnTo>
                <a:lnTo>
                  <a:pt x="870" y="1331"/>
                </a:lnTo>
                <a:lnTo>
                  <a:pt x="828" y="1301"/>
                </a:lnTo>
                <a:lnTo>
                  <a:pt x="784" y="1277"/>
                </a:lnTo>
                <a:lnTo>
                  <a:pt x="735" y="1257"/>
                </a:lnTo>
                <a:lnTo>
                  <a:pt x="686" y="1242"/>
                </a:lnTo>
                <a:lnTo>
                  <a:pt x="633" y="1233"/>
                </a:lnTo>
                <a:lnTo>
                  <a:pt x="579" y="1230"/>
                </a:lnTo>
                <a:close/>
                <a:moveTo>
                  <a:pt x="2607" y="115"/>
                </a:moveTo>
                <a:lnTo>
                  <a:pt x="2554" y="119"/>
                </a:lnTo>
                <a:lnTo>
                  <a:pt x="2501" y="127"/>
                </a:lnTo>
                <a:lnTo>
                  <a:pt x="2452" y="142"/>
                </a:lnTo>
                <a:lnTo>
                  <a:pt x="2404" y="162"/>
                </a:lnTo>
                <a:lnTo>
                  <a:pt x="2359" y="187"/>
                </a:lnTo>
                <a:lnTo>
                  <a:pt x="2318" y="216"/>
                </a:lnTo>
                <a:lnTo>
                  <a:pt x="2279" y="249"/>
                </a:lnTo>
                <a:lnTo>
                  <a:pt x="2246" y="288"/>
                </a:lnTo>
                <a:lnTo>
                  <a:pt x="2216" y="328"/>
                </a:lnTo>
                <a:lnTo>
                  <a:pt x="2191" y="373"/>
                </a:lnTo>
                <a:lnTo>
                  <a:pt x="2171" y="420"/>
                </a:lnTo>
                <a:lnTo>
                  <a:pt x="2156" y="468"/>
                </a:lnTo>
                <a:lnTo>
                  <a:pt x="2147" y="521"/>
                </a:lnTo>
                <a:lnTo>
                  <a:pt x="2144" y="574"/>
                </a:lnTo>
                <a:lnTo>
                  <a:pt x="2147" y="627"/>
                </a:lnTo>
                <a:lnTo>
                  <a:pt x="2156" y="679"/>
                </a:lnTo>
                <a:lnTo>
                  <a:pt x="2171" y="728"/>
                </a:lnTo>
                <a:lnTo>
                  <a:pt x="2191" y="775"/>
                </a:lnTo>
                <a:lnTo>
                  <a:pt x="2216" y="819"/>
                </a:lnTo>
                <a:lnTo>
                  <a:pt x="2246" y="860"/>
                </a:lnTo>
                <a:lnTo>
                  <a:pt x="2279" y="897"/>
                </a:lnTo>
                <a:lnTo>
                  <a:pt x="2318" y="931"/>
                </a:lnTo>
                <a:lnTo>
                  <a:pt x="2359" y="961"/>
                </a:lnTo>
                <a:lnTo>
                  <a:pt x="2404" y="985"/>
                </a:lnTo>
                <a:lnTo>
                  <a:pt x="2452" y="1006"/>
                </a:lnTo>
                <a:lnTo>
                  <a:pt x="2501" y="1019"/>
                </a:lnTo>
                <a:lnTo>
                  <a:pt x="2554" y="1029"/>
                </a:lnTo>
                <a:lnTo>
                  <a:pt x="2607" y="1032"/>
                </a:lnTo>
                <a:lnTo>
                  <a:pt x="2661" y="1029"/>
                </a:lnTo>
                <a:lnTo>
                  <a:pt x="2714" y="1019"/>
                </a:lnTo>
                <a:lnTo>
                  <a:pt x="2763" y="1006"/>
                </a:lnTo>
                <a:lnTo>
                  <a:pt x="2811" y="985"/>
                </a:lnTo>
                <a:lnTo>
                  <a:pt x="2856" y="961"/>
                </a:lnTo>
                <a:lnTo>
                  <a:pt x="2897" y="931"/>
                </a:lnTo>
                <a:lnTo>
                  <a:pt x="2935" y="897"/>
                </a:lnTo>
                <a:lnTo>
                  <a:pt x="2969" y="860"/>
                </a:lnTo>
                <a:lnTo>
                  <a:pt x="2999" y="819"/>
                </a:lnTo>
                <a:lnTo>
                  <a:pt x="3024" y="775"/>
                </a:lnTo>
                <a:lnTo>
                  <a:pt x="3044" y="728"/>
                </a:lnTo>
                <a:lnTo>
                  <a:pt x="3059" y="679"/>
                </a:lnTo>
                <a:lnTo>
                  <a:pt x="3068" y="627"/>
                </a:lnTo>
                <a:lnTo>
                  <a:pt x="3071" y="574"/>
                </a:lnTo>
                <a:lnTo>
                  <a:pt x="3068" y="521"/>
                </a:lnTo>
                <a:lnTo>
                  <a:pt x="3059" y="468"/>
                </a:lnTo>
                <a:lnTo>
                  <a:pt x="3044" y="420"/>
                </a:lnTo>
                <a:lnTo>
                  <a:pt x="3024" y="373"/>
                </a:lnTo>
                <a:lnTo>
                  <a:pt x="2999" y="328"/>
                </a:lnTo>
                <a:lnTo>
                  <a:pt x="2969" y="288"/>
                </a:lnTo>
                <a:lnTo>
                  <a:pt x="2935" y="249"/>
                </a:lnTo>
                <a:lnTo>
                  <a:pt x="2897" y="216"/>
                </a:lnTo>
                <a:lnTo>
                  <a:pt x="2856" y="187"/>
                </a:lnTo>
                <a:lnTo>
                  <a:pt x="2811" y="162"/>
                </a:lnTo>
                <a:lnTo>
                  <a:pt x="2763" y="142"/>
                </a:lnTo>
                <a:lnTo>
                  <a:pt x="2714" y="127"/>
                </a:lnTo>
                <a:lnTo>
                  <a:pt x="2661" y="119"/>
                </a:lnTo>
                <a:lnTo>
                  <a:pt x="2607" y="115"/>
                </a:lnTo>
                <a:close/>
                <a:moveTo>
                  <a:pt x="2607" y="0"/>
                </a:moveTo>
                <a:lnTo>
                  <a:pt x="2670" y="4"/>
                </a:lnTo>
                <a:lnTo>
                  <a:pt x="2731" y="14"/>
                </a:lnTo>
                <a:lnTo>
                  <a:pt x="2790" y="30"/>
                </a:lnTo>
                <a:lnTo>
                  <a:pt x="2846" y="51"/>
                </a:lnTo>
                <a:lnTo>
                  <a:pt x="2900" y="79"/>
                </a:lnTo>
                <a:lnTo>
                  <a:pt x="2949" y="111"/>
                </a:lnTo>
                <a:lnTo>
                  <a:pt x="2996" y="148"/>
                </a:lnTo>
                <a:lnTo>
                  <a:pt x="3038" y="190"/>
                </a:lnTo>
                <a:lnTo>
                  <a:pt x="3075" y="236"/>
                </a:lnTo>
                <a:lnTo>
                  <a:pt x="3107" y="284"/>
                </a:lnTo>
                <a:lnTo>
                  <a:pt x="3135" y="338"/>
                </a:lnTo>
                <a:lnTo>
                  <a:pt x="3157" y="393"/>
                </a:lnTo>
                <a:lnTo>
                  <a:pt x="3173" y="451"/>
                </a:lnTo>
                <a:lnTo>
                  <a:pt x="3183" y="511"/>
                </a:lnTo>
                <a:lnTo>
                  <a:pt x="3187" y="574"/>
                </a:lnTo>
                <a:lnTo>
                  <a:pt x="3183" y="636"/>
                </a:lnTo>
                <a:lnTo>
                  <a:pt x="3173" y="696"/>
                </a:lnTo>
                <a:lnTo>
                  <a:pt x="3157" y="755"/>
                </a:lnTo>
                <a:lnTo>
                  <a:pt x="3135" y="810"/>
                </a:lnTo>
                <a:lnTo>
                  <a:pt x="3107" y="863"/>
                </a:lnTo>
                <a:lnTo>
                  <a:pt x="3075" y="912"/>
                </a:lnTo>
                <a:lnTo>
                  <a:pt x="3038" y="958"/>
                </a:lnTo>
                <a:lnTo>
                  <a:pt x="2996" y="999"/>
                </a:lnTo>
                <a:lnTo>
                  <a:pt x="2949" y="1036"/>
                </a:lnTo>
                <a:lnTo>
                  <a:pt x="2900" y="1068"/>
                </a:lnTo>
                <a:lnTo>
                  <a:pt x="2846" y="1096"/>
                </a:lnTo>
                <a:lnTo>
                  <a:pt x="2790" y="1117"/>
                </a:lnTo>
                <a:lnTo>
                  <a:pt x="2731" y="1133"/>
                </a:lnTo>
                <a:lnTo>
                  <a:pt x="2670" y="1144"/>
                </a:lnTo>
                <a:lnTo>
                  <a:pt x="2607" y="1147"/>
                </a:lnTo>
                <a:lnTo>
                  <a:pt x="2546" y="1144"/>
                </a:lnTo>
                <a:lnTo>
                  <a:pt x="2487" y="1134"/>
                </a:lnTo>
                <a:lnTo>
                  <a:pt x="2431" y="1119"/>
                </a:lnTo>
                <a:lnTo>
                  <a:pt x="2376" y="1099"/>
                </a:lnTo>
                <a:lnTo>
                  <a:pt x="2325" y="1074"/>
                </a:lnTo>
                <a:lnTo>
                  <a:pt x="2276" y="1043"/>
                </a:lnTo>
                <a:lnTo>
                  <a:pt x="2231" y="1009"/>
                </a:lnTo>
                <a:lnTo>
                  <a:pt x="2189" y="969"/>
                </a:lnTo>
                <a:lnTo>
                  <a:pt x="2153" y="927"/>
                </a:lnTo>
                <a:lnTo>
                  <a:pt x="2119" y="880"/>
                </a:lnTo>
                <a:lnTo>
                  <a:pt x="1118" y="1477"/>
                </a:lnTo>
                <a:lnTo>
                  <a:pt x="1135" y="1527"/>
                </a:lnTo>
                <a:lnTo>
                  <a:pt x="1148" y="1579"/>
                </a:lnTo>
                <a:lnTo>
                  <a:pt x="1156" y="1633"/>
                </a:lnTo>
                <a:lnTo>
                  <a:pt x="1159" y="1688"/>
                </a:lnTo>
                <a:lnTo>
                  <a:pt x="1156" y="1744"/>
                </a:lnTo>
                <a:lnTo>
                  <a:pt x="1148" y="1798"/>
                </a:lnTo>
                <a:lnTo>
                  <a:pt x="1135" y="1850"/>
                </a:lnTo>
                <a:lnTo>
                  <a:pt x="1118" y="1900"/>
                </a:lnTo>
                <a:lnTo>
                  <a:pt x="2119" y="2501"/>
                </a:lnTo>
                <a:lnTo>
                  <a:pt x="2143" y="2467"/>
                </a:lnTo>
                <a:lnTo>
                  <a:pt x="2169" y="2434"/>
                </a:lnTo>
                <a:lnTo>
                  <a:pt x="2198" y="2403"/>
                </a:lnTo>
                <a:lnTo>
                  <a:pt x="2239" y="2366"/>
                </a:lnTo>
                <a:lnTo>
                  <a:pt x="2283" y="2334"/>
                </a:lnTo>
                <a:lnTo>
                  <a:pt x="2329" y="2306"/>
                </a:lnTo>
                <a:lnTo>
                  <a:pt x="2377" y="2283"/>
                </a:lnTo>
                <a:lnTo>
                  <a:pt x="2427" y="2264"/>
                </a:lnTo>
                <a:lnTo>
                  <a:pt x="2477" y="2250"/>
                </a:lnTo>
                <a:lnTo>
                  <a:pt x="2529" y="2240"/>
                </a:lnTo>
                <a:lnTo>
                  <a:pt x="2582" y="2236"/>
                </a:lnTo>
                <a:lnTo>
                  <a:pt x="2633" y="2236"/>
                </a:lnTo>
                <a:lnTo>
                  <a:pt x="2686" y="2240"/>
                </a:lnTo>
                <a:lnTo>
                  <a:pt x="2738" y="2250"/>
                </a:lnTo>
                <a:lnTo>
                  <a:pt x="2788" y="2264"/>
                </a:lnTo>
                <a:lnTo>
                  <a:pt x="2838" y="2283"/>
                </a:lnTo>
                <a:lnTo>
                  <a:pt x="2886" y="2306"/>
                </a:lnTo>
                <a:lnTo>
                  <a:pt x="2932" y="2334"/>
                </a:lnTo>
                <a:lnTo>
                  <a:pt x="2975" y="2366"/>
                </a:lnTo>
                <a:lnTo>
                  <a:pt x="3017" y="2403"/>
                </a:lnTo>
                <a:lnTo>
                  <a:pt x="3056" y="2446"/>
                </a:lnTo>
                <a:lnTo>
                  <a:pt x="3089" y="2490"/>
                </a:lnTo>
                <a:lnTo>
                  <a:pt x="3118" y="2539"/>
                </a:lnTo>
                <a:lnTo>
                  <a:pt x="3143" y="2589"/>
                </a:lnTo>
                <a:lnTo>
                  <a:pt x="3162" y="2641"/>
                </a:lnTo>
                <a:lnTo>
                  <a:pt x="3175" y="2696"/>
                </a:lnTo>
                <a:lnTo>
                  <a:pt x="3184" y="2752"/>
                </a:lnTo>
                <a:lnTo>
                  <a:pt x="3187" y="2808"/>
                </a:lnTo>
                <a:lnTo>
                  <a:pt x="3184" y="2866"/>
                </a:lnTo>
                <a:lnTo>
                  <a:pt x="3175" y="2921"/>
                </a:lnTo>
                <a:lnTo>
                  <a:pt x="3162" y="2975"/>
                </a:lnTo>
                <a:lnTo>
                  <a:pt x="3143" y="3028"/>
                </a:lnTo>
                <a:lnTo>
                  <a:pt x="3118" y="3079"/>
                </a:lnTo>
                <a:lnTo>
                  <a:pt x="3089" y="3126"/>
                </a:lnTo>
                <a:lnTo>
                  <a:pt x="3056" y="3171"/>
                </a:lnTo>
                <a:lnTo>
                  <a:pt x="3017" y="3214"/>
                </a:lnTo>
                <a:lnTo>
                  <a:pt x="2978" y="3249"/>
                </a:lnTo>
                <a:lnTo>
                  <a:pt x="2936" y="3280"/>
                </a:lnTo>
                <a:lnTo>
                  <a:pt x="2893" y="3307"/>
                </a:lnTo>
                <a:lnTo>
                  <a:pt x="2848" y="3330"/>
                </a:lnTo>
                <a:lnTo>
                  <a:pt x="2802" y="3348"/>
                </a:lnTo>
                <a:lnTo>
                  <a:pt x="2755" y="3363"/>
                </a:lnTo>
                <a:lnTo>
                  <a:pt x="2705" y="3373"/>
                </a:lnTo>
                <a:lnTo>
                  <a:pt x="2657" y="3380"/>
                </a:lnTo>
                <a:lnTo>
                  <a:pt x="2607" y="3382"/>
                </a:lnTo>
                <a:lnTo>
                  <a:pt x="2558" y="3380"/>
                </a:lnTo>
                <a:lnTo>
                  <a:pt x="2509" y="3373"/>
                </a:lnTo>
                <a:lnTo>
                  <a:pt x="2460" y="3363"/>
                </a:lnTo>
                <a:lnTo>
                  <a:pt x="2413" y="3348"/>
                </a:lnTo>
                <a:lnTo>
                  <a:pt x="2367" y="3330"/>
                </a:lnTo>
                <a:lnTo>
                  <a:pt x="2321" y="3307"/>
                </a:lnTo>
                <a:lnTo>
                  <a:pt x="2277" y="3280"/>
                </a:lnTo>
                <a:lnTo>
                  <a:pt x="2236" y="3249"/>
                </a:lnTo>
                <a:lnTo>
                  <a:pt x="2198" y="3214"/>
                </a:lnTo>
                <a:lnTo>
                  <a:pt x="2159" y="3171"/>
                </a:lnTo>
                <a:lnTo>
                  <a:pt x="2125" y="3126"/>
                </a:lnTo>
                <a:lnTo>
                  <a:pt x="2096" y="3079"/>
                </a:lnTo>
                <a:lnTo>
                  <a:pt x="2072" y="3028"/>
                </a:lnTo>
                <a:lnTo>
                  <a:pt x="2053" y="2975"/>
                </a:lnTo>
                <a:lnTo>
                  <a:pt x="2039" y="2921"/>
                </a:lnTo>
                <a:lnTo>
                  <a:pt x="2031" y="2866"/>
                </a:lnTo>
                <a:lnTo>
                  <a:pt x="2028" y="2808"/>
                </a:lnTo>
                <a:lnTo>
                  <a:pt x="2030" y="2755"/>
                </a:lnTo>
                <a:lnTo>
                  <a:pt x="2038" y="2704"/>
                </a:lnTo>
                <a:lnTo>
                  <a:pt x="2050" y="2653"/>
                </a:lnTo>
                <a:lnTo>
                  <a:pt x="2067" y="2604"/>
                </a:lnTo>
                <a:lnTo>
                  <a:pt x="1064" y="2002"/>
                </a:lnTo>
                <a:lnTo>
                  <a:pt x="1031" y="2047"/>
                </a:lnTo>
                <a:lnTo>
                  <a:pt x="993" y="2089"/>
                </a:lnTo>
                <a:lnTo>
                  <a:pt x="952" y="2127"/>
                </a:lnTo>
                <a:lnTo>
                  <a:pt x="907" y="2161"/>
                </a:lnTo>
                <a:lnTo>
                  <a:pt x="859" y="2190"/>
                </a:lnTo>
                <a:lnTo>
                  <a:pt x="807" y="2215"/>
                </a:lnTo>
                <a:lnTo>
                  <a:pt x="754" y="2235"/>
                </a:lnTo>
                <a:lnTo>
                  <a:pt x="698" y="2250"/>
                </a:lnTo>
                <a:lnTo>
                  <a:pt x="640" y="2259"/>
                </a:lnTo>
                <a:lnTo>
                  <a:pt x="579" y="2262"/>
                </a:lnTo>
                <a:lnTo>
                  <a:pt x="517" y="2259"/>
                </a:lnTo>
                <a:lnTo>
                  <a:pt x="456" y="2249"/>
                </a:lnTo>
                <a:lnTo>
                  <a:pt x="397" y="2233"/>
                </a:lnTo>
                <a:lnTo>
                  <a:pt x="341" y="2211"/>
                </a:lnTo>
                <a:lnTo>
                  <a:pt x="287" y="2183"/>
                </a:lnTo>
                <a:lnTo>
                  <a:pt x="238" y="2151"/>
                </a:lnTo>
                <a:lnTo>
                  <a:pt x="191" y="2114"/>
                </a:lnTo>
                <a:lnTo>
                  <a:pt x="149" y="2072"/>
                </a:lnTo>
                <a:lnTo>
                  <a:pt x="112" y="2027"/>
                </a:lnTo>
                <a:lnTo>
                  <a:pt x="79" y="1978"/>
                </a:lnTo>
                <a:lnTo>
                  <a:pt x="52" y="1926"/>
                </a:lnTo>
                <a:lnTo>
                  <a:pt x="30" y="1869"/>
                </a:lnTo>
                <a:lnTo>
                  <a:pt x="14" y="1812"/>
                </a:lnTo>
                <a:lnTo>
                  <a:pt x="4" y="1751"/>
                </a:lnTo>
                <a:lnTo>
                  <a:pt x="0" y="1688"/>
                </a:lnTo>
                <a:lnTo>
                  <a:pt x="4" y="1627"/>
                </a:lnTo>
                <a:lnTo>
                  <a:pt x="14" y="1566"/>
                </a:lnTo>
                <a:lnTo>
                  <a:pt x="30" y="1508"/>
                </a:lnTo>
                <a:lnTo>
                  <a:pt x="52" y="1452"/>
                </a:lnTo>
                <a:lnTo>
                  <a:pt x="79" y="1399"/>
                </a:lnTo>
                <a:lnTo>
                  <a:pt x="112" y="1350"/>
                </a:lnTo>
                <a:lnTo>
                  <a:pt x="149" y="1304"/>
                </a:lnTo>
                <a:lnTo>
                  <a:pt x="191" y="1263"/>
                </a:lnTo>
                <a:lnTo>
                  <a:pt x="238" y="1227"/>
                </a:lnTo>
                <a:lnTo>
                  <a:pt x="287" y="1194"/>
                </a:lnTo>
                <a:lnTo>
                  <a:pt x="341" y="1166"/>
                </a:lnTo>
                <a:lnTo>
                  <a:pt x="397" y="1145"/>
                </a:lnTo>
                <a:lnTo>
                  <a:pt x="456" y="1129"/>
                </a:lnTo>
                <a:lnTo>
                  <a:pt x="517" y="1119"/>
                </a:lnTo>
                <a:lnTo>
                  <a:pt x="579" y="1115"/>
                </a:lnTo>
                <a:lnTo>
                  <a:pt x="640" y="1118"/>
                </a:lnTo>
                <a:lnTo>
                  <a:pt x="698" y="1128"/>
                </a:lnTo>
                <a:lnTo>
                  <a:pt x="754" y="1142"/>
                </a:lnTo>
                <a:lnTo>
                  <a:pt x="807" y="1162"/>
                </a:lnTo>
                <a:lnTo>
                  <a:pt x="859" y="1186"/>
                </a:lnTo>
                <a:lnTo>
                  <a:pt x="907" y="1216"/>
                </a:lnTo>
                <a:lnTo>
                  <a:pt x="952" y="1250"/>
                </a:lnTo>
                <a:lnTo>
                  <a:pt x="993" y="1289"/>
                </a:lnTo>
                <a:lnTo>
                  <a:pt x="1031" y="1330"/>
                </a:lnTo>
                <a:lnTo>
                  <a:pt x="1064" y="1375"/>
                </a:lnTo>
                <a:lnTo>
                  <a:pt x="2067" y="778"/>
                </a:lnTo>
                <a:lnTo>
                  <a:pt x="2050" y="729"/>
                </a:lnTo>
                <a:lnTo>
                  <a:pt x="2039" y="679"/>
                </a:lnTo>
                <a:lnTo>
                  <a:pt x="2030" y="627"/>
                </a:lnTo>
                <a:lnTo>
                  <a:pt x="2028" y="574"/>
                </a:lnTo>
                <a:lnTo>
                  <a:pt x="2031" y="511"/>
                </a:lnTo>
                <a:lnTo>
                  <a:pt x="2042" y="451"/>
                </a:lnTo>
                <a:lnTo>
                  <a:pt x="2058" y="393"/>
                </a:lnTo>
                <a:lnTo>
                  <a:pt x="2079" y="338"/>
                </a:lnTo>
                <a:lnTo>
                  <a:pt x="2107" y="284"/>
                </a:lnTo>
                <a:lnTo>
                  <a:pt x="2140" y="236"/>
                </a:lnTo>
                <a:lnTo>
                  <a:pt x="2177" y="190"/>
                </a:lnTo>
                <a:lnTo>
                  <a:pt x="2219" y="148"/>
                </a:lnTo>
                <a:lnTo>
                  <a:pt x="2266" y="111"/>
                </a:lnTo>
                <a:lnTo>
                  <a:pt x="2315" y="79"/>
                </a:lnTo>
                <a:lnTo>
                  <a:pt x="2369" y="51"/>
                </a:lnTo>
                <a:lnTo>
                  <a:pt x="2425" y="30"/>
                </a:lnTo>
                <a:lnTo>
                  <a:pt x="2483" y="14"/>
                </a:lnTo>
                <a:lnTo>
                  <a:pt x="2544" y="4"/>
                </a:lnTo>
                <a:lnTo>
                  <a:pt x="2607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1" name="직사각형 70"/>
          <p:cNvSpPr/>
          <p:nvPr/>
        </p:nvSpPr>
        <p:spPr>
          <a:xfrm>
            <a:off x="751638" y="4154032"/>
            <a:ext cx="2229032" cy="275721"/>
          </a:xfrm>
          <a:prstGeom prst="rect">
            <a:avLst/>
          </a:prstGeom>
          <a:solidFill>
            <a:srgbClr val="54535B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/>
          <p:cNvSpPr txBox="1"/>
          <p:nvPr/>
        </p:nvSpPr>
        <p:spPr>
          <a:xfrm>
            <a:off x="1638216" y="3802499"/>
            <a:ext cx="8364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편의성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751638" y="4999852"/>
            <a:ext cx="2229032" cy="275721"/>
          </a:xfrm>
          <a:prstGeom prst="rect">
            <a:avLst/>
          </a:prstGeom>
          <a:solidFill>
            <a:srgbClr val="FD7C65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/>
          <p:cNvSpPr txBox="1"/>
          <p:nvPr/>
        </p:nvSpPr>
        <p:spPr>
          <a:xfrm>
            <a:off x="1626981" y="4648319"/>
            <a:ext cx="854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실용성</a:t>
            </a:r>
          </a:p>
        </p:txBody>
      </p:sp>
      <p:sp>
        <p:nvSpPr>
          <p:cNvPr id="76" name="직사각형 75"/>
          <p:cNvSpPr/>
          <p:nvPr/>
        </p:nvSpPr>
        <p:spPr>
          <a:xfrm>
            <a:off x="751638" y="5845672"/>
            <a:ext cx="2229032" cy="275721"/>
          </a:xfrm>
          <a:prstGeom prst="rect">
            <a:avLst/>
          </a:prstGeom>
          <a:solidFill>
            <a:srgbClr val="54535B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/>
          <p:cNvSpPr txBox="1"/>
          <p:nvPr/>
        </p:nvSpPr>
        <p:spPr>
          <a:xfrm>
            <a:off x="1638215" y="5494139"/>
            <a:ext cx="836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디자인</a:t>
            </a:r>
            <a:endParaRPr lang="ko-KR" altLang="en-US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761312" y="4194582"/>
            <a:ext cx="2018713" cy="210586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/>
          <p:cNvSpPr/>
          <p:nvPr/>
        </p:nvSpPr>
        <p:spPr>
          <a:xfrm>
            <a:off x="761314" y="5058283"/>
            <a:ext cx="2018712" cy="210073"/>
          </a:xfrm>
          <a:prstGeom prst="rect">
            <a:avLst/>
          </a:prstGeom>
          <a:solidFill>
            <a:srgbClr val="FD7C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직사각형 103"/>
          <p:cNvSpPr/>
          <p:nvPr/>
        </p:nvSpPr>
        <p:spPr>
          <a:xfrm>
            <a:off x="751637" y="5898745"/>
            <a:ext cx="1834381" cy="215431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/>
          <p:cNvGrpSpPr/>
          <p:nvPr/>
        </p:nvGrpSpPr>
        <p:grpSpPr>
          <a:xfrm>
            <a:off x="4617952" y="2801577"/>
            <a:ext cx="328539" cy="416365"/>
            <a:chOff x="8635329" y="575472"/>
            <a:chExt cx="481013" cy="6096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8" name="Freeform 26"/>
            <p:cNvSpPr>
              <a:spLocks noEditPoints="1"/>
            </p:cNvSpPr>
            <p:nvPr/>
          </p:nvSpPr>
          <p:spPr bwMode="auto">
            <a:xfrm>
              <a:off x="8635329" y="575472"/>
              <a:ext cx="481013" cy="609600"/>
            </a:xfrm>
            <a:custGeom>
              <a:avLst/>
              <a:gdLst>
                <a:gd name="T0" fmla="*/ 1914 w 2726"/>
                <a:gd name="T1" fmla="*/ 197 h 3456"/>
                <a:gd name="T2" fmla="*/ 1914 w 2726"/>
                <a:gd name="T3" fmla="*/ 806 h 3456"/>
                <a:gd name="T4" fmla="*/ 2527 w 2726"/>
                <a:gd name="T5" fmla="*/ 806 h 3456"/>
                <a:gd name="T6" fmla="*/ 1914 w 2726"/>
                <a:gd name="T7" fmla="*/ 197 h 3456"/>
                <a:gd name="T8" fmla="*/ 116 w 2726"/>
                <a:gd name="T9" fmla="*/ 115 h 3456"/>
                <a:gd name="T10" fmla="*/ 116 w 2726"/>
                <a:gd name="T11" fmla="*/ 3341 h 3456"/>
                <a:gd name="T12" fmla="*/ 2610 w 2726"/>
                <a:gd name="T13" fmla="*/ 3341 h 3456"/>
                <a:gd name="T14" fmla="*/ 2610 w 2726"/>
                <a:gd name="T15" fmla="*/ 922 h 3456"/>
                <a:gd name="T16" fmla="*/ 1798 w 2726"/>
                <a:gd name="T17" fmla="*/ 922 h 3456"/>
                <a:gd name="T18" fmla="*/ 1798 w 2726"/>
                <a:gd name="T19" fmla="*/ 115 h 3456"/>
                <a:gd name="T20" fmla="*/ 116 w 2726"/>
                <a:gd name="T21" fmla="*/ 115 h 3456"/>
                <a:gd name="T22" fmla="*/ 0 w 2726"/>
                <a:gd name="T23" fmla="*/ 0 h 3456"/>
                <a:gd name="T24" fmla="*/ 1879 w 2726"/>
                <a:gd name="T25" fmla="*/ 0 h 3456"/>
                <a:gd name="T26" fmla="*/ 2726 w 2726"/>
                <a:gd name="T27" fmla="*/ 840 h 3456"/>
                <a:gd name="T28" fmla="*/ 2726 w 2726"/>
                <a:gd name="T29" fmla="*/ 3456 h 3456"/>
                <a:gd name="T30" fmla="*/ 0 w 2726"/>
                <a:gd name="T31" fmla="*/ 3456 h 3456"/>
                <a:gd name="T32" fmla="*/ 0 w 2726"/>
                <a:gd name="T33" fmla="*/ 0 h 3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26" h="3456">
                  <a:moveTo>
                    <a:pt x="1914" y="197"/>
                  </a:moveTo>
                  <a:lnTo>
                    <a:pt x="1914" y="806"/>
                  </a:lnTo>
                  <a:lnTo>
                    <a:pt x="2527" y="806"/>
                  </a:lnTo>
                  <a:lnTo>
                    <a:pt x="1914" y="197"/>
                  </a:lnTo>
                  <a:close/>
                  <a:moveTo>
                    <a:pt x="116" y="115"/>
                  </a:moveTo>
                  <a:lnTo>
                    <a:pt x="116" y="3341"/>
                  </a:lnTo>
                  <a:lnTo>
                    <a:pt x="2610" y="3341"/>
                  </a:lnTo>
                  <a:lnTo>
                    <a:pt x="2610" y="922"/>
                  </a:lnTo>
                  <a:lnTo>
                    <a:pt x="1798" y="922"/>
                  </a:lnTo>
                  <a:lnTo>
                    <a:pt x="1798" y="115"/>
                  </a:lnTo>
                  <a:lnTo>
                    <a:pt x="116" y="115"/>
                  </a:lnTo>
                  <a:close/>
                  <a:moveTo>
                    <a:pt x="0" y="0"/>
                  </a:moveTo>
                  <a:lnTo>
                    <a:pt x="1879" y="0"/>
                  </a:lnTo>
                  <a:lnTo>
                    <a:pt x="2726" y="840"/>
                  </a:lnTo>
                  <a:lnTo>
                    <a:pt x="2726" y="3456"/>
                  </a:lnTo>
                  <a:lnTo>
                    <a:pt x="0" y="345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" name="Freeform 27"/>
            <p:cNvSpPr>
              <a:spLocks/>
            </p:cNvSpPr>
            <p:nvPr/>
          </p:nvSpPr>
          <p:spPr bwMode="auto">
            <a:xfrm>
              <a:off x="8829004" y="788197"/>
              <a:ext cx="184150" cy="20638"/>
            </a:xfrm>
            <a:custGeom>
              <a:avLst/>
              <a:gdLst>
                <a:gd name="T0" fmla="*/ 58 w 1044"/>
                <a:gd name="T1" fmla="*/ 0 h 115"/>
                <a:gd name="T2" fmla="*/ 986 w 1044"/>
                <a:gd name="T3" fmla="*/ 0 h 115"/>
                <a:gd name="T4" fmla="*/ 1004 w 1044"/>
                <a:gd name="T5" fmla="*/ 3 h 115"/>
                <a:gd name="T6" fmla="*/ 1019 w 1044"/>
                <a:gd name="T7" fmla="*/ 11 h 115"/>
                <a:gd name="T8" fmla="*/ 1032 w 1044"/>
                <a:gd name="T9" fmla="*/ 24 h 115"/>
                <a:gd name="T10" fmla="*/ 1040 w 1044"/>
                <a:gd name="T11" fmla="*/ 39 h 115"/>
                <a:gd name="T12" fmla="*/ 1044 w 1044"/>
                <a:gd name="T13" fmla="*/ 57 h 115"/>
                <a:gd name="T14" fmla="*/ 1040 w 1044"/>
                <a:gd name="T15" fmla="*/ 75 h 115"/>
                <a:gd name="T16" fmla="*/ 1032 w 1044"/>
                <a:gd name="T17" fmla="*/ 91 h 115"/>
                <a:gd name="T18" fmla="*/ 1019 w 1044"/>
                <a:gd name="T19" fmla="*/ 103 h 115"/>
                <a:gd name="T20" fmla="*/ 1004 w 1044"/>
                <a:gd name="T21" fmla="*/ 112 h 115"/>
                <a:gd name="T22" fmla="*/ 986 w 1044"/>
                <a:gd name="T23" fmla="*/ 115 h 115"/>
                <a:gd name="T24" fmla="*/ 58 w 1044"/>
                <a:gd name="T25" fmla="*/ 115 h 115"/>
                <a:gd name="T26" fmla="*/ 39 w 1044"/>
                <a:gd name="T27" fmla="*/ 112 h 115"/>
                <a:gd name="T28" fmla="*/ 23 w 1044"/>
                <a:gd name="T29" fmla="*/ 103 h 115"/>
                <a:gd name="T30" fmla="*/ 10 w 1044"/>
                <a:gd name="T31" fmla="*/ 91 h 115"/>
                <a:gd name="T32" fmla="*/ 2 w 1044"/>
                <a:gd name="T33" fmla="*/ 75 h 115"/>
                <a:gd name="T34" fmla="*/ 0 w 1044"/>
                <a:gd name="T35" fmla="*/ 57 h 115"/>
                <a:gd name="T36" fmla="*/ 2 w 1044"/>
                <a:gd name="T37" fmla="*/ 39 h 115"/>
                <a:gd name="T38" fmla="*/ 10 w 1044"/>
                <a:gd name="T39" fmla="*/ 24 h 115"/>
                <a:gd name="T40" fmla="*/ 23 w 1044"/>
                <a:gd name="T41" fmla="*/ 11 h 115"/>
                <a:gd name="T42" fmla="*/ 39 w 1044"/>
                <a:gd name="T43" fmla="*/ 3 h 115"/>
                <a:gd name="T44" fmla="*/ 58 w 1044"/>
                <a:gd name="T4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44" h="115">
                  <a:moveTo>
                    <a:pt x="58" y="0"/>
                  </a:moveTo>
                  <a:lnTo>
                    <a:pt x="986" y="0"/>
                  </a:lnTo>
                  <a:lnTo>
                    <a:pt x="1004" y="3"/>
                  </a:lnTo>
                  <a:lnTo>
                    <a:pt x="1019" y="11"/>
                  </a:lnTo>
                  <a:lnTo>
                    <a:pt x="1032" y="24"/>
                  </a:lnTo>
                  <a:lnTo>
                    <a:pt x="1040" y="39"/>
                  </a:lnTo>
                  <a:lnTo>
                    <a:pt x="1044" y="57"/>
                  </a:lnTo>
                  <a:lnTo>
                    <a:pt x="1040" y="75"/>
                  </a:lnTo>
                  <a:lnTo>
                    <a:pt x="1032" y="91"/>
                  </a:lnTo>
                  <a:lnTo>
                    <a:pt x="1019" y="103"/>
                  </a:lnTo>
                  <a:lnTo>
                    <a:pt x="1004" y="112"/>
                  </a:lnTo>
                  <a:lnTo>
                    <a:pt x="986" y="115"/>
                  </a:lnTo>
                  <a:lnTo>
                    <a:pt x="58" y="115"/>
                  </a:lnTo>
                  <a:lnTo>
                    <a:pt x="39" y="112"/>
                  </a:lnTo>
                  <a:lnTo>
                    <a:pt x="23" y="103"/>
                  </a:lnTo>
                  <a:lnTo>
                    <a:pt x="10" y="91"/>
                  </a:lnTo>
                  <a:lnTo>
                    <a:pt x="2" y="75"/>
                  </a:lnTo>
                  <a:lnTo>
                    <a:pt x="0" y="57"/>
                  </a:lnTo>
                  <a:lnTo>
                    <a:pt x="2" y="39"/>
                  </a:lnTo>
                  <a:lnTo>
                    <a:pt x="10" y="24"/>
                  </a:lnTo>
                  <a:lnTo>
                    <a:pt x="23" y="11"/>
                  </a:lnTo>
                  <a:lnTo>
                    <a:pt x="39" y="3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1" name="Freeform 28"/>
            <p:cNvSpPr>
              <a:spLocks/>
            </p:cNvSpPr>
            <p:nvPr/>
          </p:nvSpPr>
          <p:spPr bwMode="auto">
            <a:xfrm>
              <a:off x="8727404" y="758035"/>
              <a:ext cx="92075" cy="61913"/>
            </a:xfrm>
            <a:custGeom>
              <a:avLst/>
              <a:gdLst>
                <a:gd name="T0" fmla="*/ 470 w 521"/>
                <a:gd name="T1" fmla="*/ 0 h 345"/>
                <a:gd name="T2" fmla="*/ 484 w 521"/>
                <a:gd name="T3" fmla="*/ 4 h 345"/>
                <a:gd name="T4" fmla="*/ 498 w 521"/>
                <a:gd name="T5" fmla="*/ 10 h 345"/>
                <a:gd name="T6" fmla="*/ 509 w 521"/>
                <a:gd name="T7" fmla="*/ 22 h 345"/>
                <a:gd name="T8" fmla="*/ 517 w 521"/>
                <a:gd name="T9" fmla="*/ 34 h 345"/>
                <a:gd name="T10" fmla="*/ 521 w 521"/>
                <a:gd name="T11" fmla="*/ 49 h 345"/>
                <a:gd name="T12" fmla="*/ 521 w 521"/>
                <a:gd name="T13" fmla="*/ 64 h 345"/>
                <a:gd name="T14" fmla="*/ 518 w 521"/>
                <a:gd name="T15" fmla="*/ 78 h 345"/>
                <a:gd name="T16" fmla="*/ 510 w 521"/>
                <a:gd name="T17" fmla="*/ 91 h 345"/>
                <a:gd name="T18" fmla="*/ 500 w 521"/>
                <a:gd name="T19" fmla="*/ 102 h 345"/>
                <a:gd name="T20" fmla="*/ 210 w 521"/>
                <a:gd name="T21" fmla="*/ 333 h 345"/>
                <a:gd name="T22" fmla="*/ 198 w 521"/>
                <a:gd name="T23" fmla="*/ 340 h 345"/>
                <a:gd name="T24" fmla="*/ 187 w 521"/>
                <a:gd name="T25" fmla="*/ 344 h 345"/>
                <a:gd name="T26" fmla="*/ 174 w 521"/>
                <a:gd name="T27" fmla="*/ 345 h 345"/>
                <a:gd name="T28" fmla="*/ 159 w 521"/>
                <a:gd name="T29" fmla="*/ 343 h 345"/>
                <a:gd name="T30" fmla="*/ 145 w 521"/>
                <a:gd name="T31" fmla="*/ 338 h 345"/>
                <a:gd name="T32" fmla="*/ 133 w 521"/>
                <a:gd name="T33" fmla="*/ 329 h 345"/>
                <a:gd name="T34" fmla="*/ 17 w 521"/>
                <a:gd name="T35" fmla="*/ 213 h 345"/>
                <a:gd name="T36" fmla="*/ 7 w 521"/>
                <a:gd name="T37" fmla="*/ 201 h 345"/>
                <a:gd name="T38" fmla="*/ 1 w 521"/>
                <a:gd name="T39" fmla="*/ 187 h 345"/>
                <a:gd name="T40" fmla="*/ 0 w 521"/>
                <a:gd name="T41" fmla="*/ 173 h 345"/>
                <a:gd name="T42" fmla="*/ 1 w 521"/>
                <a:gd name="T43" fmla="*/ 158 h 345"/>
                <a:gd name="T44" fmla="*/ 7 w 521"/>
                <a:gd name="T45" fmla="*/ 144 h 345"/>
                <a:gd name="T46" fmla="*/ 17 w 521"/>
                <a:gd name="T47" fmla="*/ 132 h 345"/>
                <a:gd name="T48" fmla="*/ 29 w 521"/>
                <a:gd name="T49" fmla="*/ 122 h 345"/>
                <a:gd name="T50" fmla="*/ 43 w 521"/>
                <a:gd name="T51" fmla="*/ 117 h 345"/>
                <a:gd name="T52" fmla="*/ 58 w 521"/>
                <a:gd name="T53" fmla="*/ 115 h 345"/>
                <a:gd name="T54" fmla="*/ 73 w 521"/>
                <a:gd name="T55" fmla="*/ 117 h 345"/>
                <a:gd name="T56" fmla="*/ 86 w 521"/>
                <a:gd name="T57" fmla="*/ 122 h 345"/>
                <a:gd name="T58" fmla="*/ 99 w 521"/>
                <a:gd name="T59" fmla="*/ 132 h 345"/>
                <a:gd name="T60" fmla="*/ 178 w 521"/>
                <a:gd name="T61" fmla="*/ 210 h 345"/>
                <a:gd name="T62" fmla="*/ 428 w 521"/>
                <a:gd name="T63" fmla="*/ 12 h 345"/>
                <a:gd name="T64" fmla="*/ 441 w 521"/>
                <a:gd name="T65" fmla="*/ 4 h 345"/>
                <a:gd name="T66" fmla="*/ 455 w 521"/>
                <a:gd name="T67" fmla="*/ 1 h 345"/>
                <a:gd name="T68" fmla="*/ 470 w 521"/>
                <a:gd name="T69" fmla="*/ 0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21" h="345">
                  <a:moveTo>
                    <a:pt x="470" y="0"/>
                  </a:moveTo>
                  <a:lnTo>
                    <a:pt x="484" y="4"/>
                  </a:lnTo>
                  <a:lnTo>
                    <a:pt x="498" y="10"/>
                  </a:lnTo>
                  <a:lnTo>
                    <a:pt x="509" y="22"/>
                  </a:lnTo>
                  <a:lnTo>
                    <a:pt x="517" y="34"/>
                  </a:lnTo>
                  <a:lnTo>
                    <a:pt x="521" y="49"/>
                  </a:lnTo>
                  <a:lnTo>
                    <a:pt x="521" y="64"/>
                  </a:lnTo>
                  <a:lnTo>
                    <a:pt x="518" y="78"/>
                  </a:lnTo>
                  <a:lnTo>
                    <a:pt x="510" y="91"/>
                  </a:lnTo>
                  <a:lnTo>
                    <a:pt x="500" y="102"/>
                  </a:lnTo>
                  <a:lnTo>
                    <a:pt x="210" y="333"/>
                  </a:lnTo>
                  <a:lnTo>
                    <a:pt x="198" y="340"/>
                  </a:lnTo>
                  <a:lnTo>
                    <a:pt x="187" y="344"/>
                  </a:lnTo>
                  <a:lnTo>
                    <a:pt x="174" y="345"/>
                  </a:lnTo>
                  <a:lnTo>
                    <a:pt x="159" y="343"/>
                  </a:lnTo>
                  <a:lnTo>
                    <a:pt x="145" y="338"/>
                  </a:lnTo>
                  <a:lnTo>
                    <a:pt x="133" y="329"/>
                  </a:lnTo>
                  <a:lnTo>
                    <a:pt x="17" y="213"/>
                  </a:lnTo>
                  <a:lnTo>
                    <a:pt x="7" y="201"/>
                  </a:lnTo>
                  <a:lnTo>
                    <a:pt x="1" y="187"/>
                  </a:lnTo>
                  <a:lnTo>
                    <a:pt x="0" y="173"/>
                  </a:lnTo>
                  <a:lnTo>
                    <a:pt x="1" y="158"/>
                  </a:lnTo>
                  <a:lnTo>
                    <a:pt x="7" y="144"/>
                  </a:lnTo>
                  <a:lnTo>
                    <a:pt x="17" y="132"/>
                  </a:lnTo>
                  <a:lnTo>
                    <a:pt x="29" y="122"/>
                  </a:lnTo>
                  <a:lnTo>
                    <a:pt x="43" y="117"/>
                  </a:lnTo>
                  <a:lnTo>
                    <a:pt x="58" y="115"/>
                  </a:lnTo>
                  <a:lnTo>
                    <a:pt x="73" y="117"/>
                  </a:lnTo>
                  <a:lnTo>
                    <a:pt x="86" y="122"/>
                  </a:lnTo>
                  <a:lnTo>
                    <a:pt x="99" y="132"/>
                  </a:lnTo>
                  <a:lnTo>
                    <a:pt x="178" y="210"/>
                  </a:lnTo>
                  <a:lnTo>
                    <a:pt x="428" y="12"/>
                  </a:lnTo>
                  <a:lnTo>
                    <a:pt x="441" y="4"/>
                  </a:lnTo>
                  <a:lnTo>
                    <a:pt x="455" y="1"/>
                  </a:lnTo>
                  <a:lnTo>
                    <a:pt x="4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2" name="Freeform 29"/>
            <p:cNvSpPr>
              <a:spLocks/>
            </p:cNvSpPr>
            <p:nvPr/>
          </p:nvSpPr>
          <p:spPr bwMode="auto">
            <a:xfrm>
              <a:off x="8829004" y="900910"/>
              <a:ext cx="184150" cy="20638"/>
            </a:xfrm>
            <a:custGeom>
              <a:avLst/>
              <a:gdLst>
                <a:gd name="T0" fmla="*/ 58 w 1044"/>
                <a:gd name="T1" fmla="*/ 0 h 115"/>
                <a:gd name="T2" fmla="*/ 986 w 1044"/>
                <a:gd name="T3" fmla="*/ 0 h 115"/>
                <a:gd name="T4" fmla="*/ 1004 w 1044"/>
                <a:gd name="T5" fmla="*/ 3 h 115"/>
                <a:gd name="T6" fmla="*/ 1019 w 1044"/>
                <a:gd name="T7" fmla="*/ 12 h 115"/>
                <a:gd name="T8" fmla="*/ 1032 w 1044"/>
                <a:gd name="T9" fmla="*/ 24 h 115"/>
                <a:gd name="T10" fmla="*/ 1040 w 1044"/>
                <a:gd name="T11" fmla="*/ 40 h 115"/>
                <a:gd name="T12" fmla="*/ 1044 w 1044"/>
                <a:gd name="T13" fmla="*/ 58 h 115"/>
                <a:gd name="T14" fmla="*/ 1040 w 1044"/>
                <a:gd name="T15" fmla="*/ 76 h 115"/>
                <a:gd name="T16" fmla="*/ 1032 w 1044"/>
                <a:gd name="T17" fmla="*/ 91 h 115"/>
                <a:gd name="T18" fmla="*/ 1019 w 1044"/>
                <a:gd name="T19" fmla="*/ 104 h 115"/>
                <a:gd name="T20" fmla="*/ 1004 w 1044"/>
                <a:gd name="T21" fmla="*/ 112 h 115"/>
                <a:gd name="T22" fmla="*/ 986 w 1044"/>
                <a:gd name="T23" fmla="*/ 115 h 115"/>
                <a:gd name="T24" fmla="*/ 58 w 1044"/>
                <a:gd name="T25" fmla="*/ 115 h 115"/>
                <a:gd name="T26" fmla="*/ 39 w 1044"/>
                <a:gd name="T27" fmla="*/ 112 h 115"/>
                <a:gd name="T28" fmla="*/ 23 w 1044"/>
                <a:gd name="T29" fmla="*/ 104 h 115"/>
                <a:gd name="T30" fmla="*/ 10 w 1044"/>
                <a:gd name="T31" fmla="*/ 91 h 115"/>
                <a:gd name="T32" fmla="*/ 2 w 1044"/>
                <a:gd name="T33" fmla="*/ 76 h 115"/>
                <a:gd name="T34" fmla="*/ 0 w 1044"/>
                <a:gd name="T35" fmla="*/ 58 h 115"/>
                <a:gd name="T36" fmla="*/ 2 w 1044"/>
                <a:gd name="T37" fmla="*/ 40 h 115"/>
                <a:gd name="T38" fmla="*/ 10 w 1044"/>
                <a:gd name="T39" fmla="*/ 24 h 115"/>
                <a:gd name="T40" fmla="*/ 23 w 1044"/>
                <a:gd name="T41" fmla="*/ 12 h 115"/>
                <a:gd name="T42" fmla="*/ 39 w 1044"/>
                <a:gd name="T43" fmla="*/ 3 h 115"/>
                <a:gd name="T44" fmla="*/ 58 w 1044"/>
                <a:gd name="T4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44" h="115">
                  <a:moveTo>
                    <a:pt x="58" y="0"/>
                  </a:moveTo>
                  <a:lnTo>
                    <a:pt x="986" y="0"/>
                  </a:lnTo>
                  <a:lnTo>
                    <a:pt x="1004" y="3"/>
                  </a:lnTo>
                  <a:lnTo>
                    <a:pt x="1019" y="12"/>
                  </a:lnTo>
                  <a:lnTo>
                    <a:pt x="1032" y="24"/>
                  </a:lnTo>
                  <a:lnTo>
                    <a:pt x="1040" y="40"/>
                  </a:lnTo>
                  <a:lnTo>
                    <a:pt x="1044" y="58"/>
                  </a:lnTo>
                  <a:lnTo>
                    <a:pt x="1040" y="76"/>
                  </a:lnTo>
                  <a:lnTo>
                    <a:pt x="1032" y="91"/>
                  </a:lnTo>
                  <a:lnTo>
                    <a:pt x="1019" y="104"/>
                  </a:lnTo>
                  <a:lnTo>
                    <a:pt x="1004" y="112"/>
                  </a:lnTo>
                  <a:lnTo>
                    <a:pt x="986" y="115"/>
                  </a:lnTo>
                  <a:lnTo>
                    <a:pt x="58" y="115"/>
                  </a:lnTo>
                  <a:lnTo>
                    <a:pt x="39" y="112"/>
                  </a:lnTo>
                  <a:lnTo>
                    <a:pt x="23" y="104"/>
                  </a:lnTo>
                  <a:lnTo>
                    <a:pt x="10" y="91"/>
                  </a:lnTo>
                  <a:lnTo>
                    <a:pt x="2" y="76"/>
                  </a:lnTo>
                  <a:lnTo>
                    <a:pt x="0" y="58"/>
                  </a:lnTo>
                  <a:lnTo>
                    <a:pt x="2" y="40"/>
                  </a:lnTo>
                  <a:lnTo>
                    <a:pt x="10" y="24"/>
                  </a:lnTo>
                  <a:lnTo>
                    <a:pt x="23" y="12"/>
                  </a:lnTo>
                  <a:lnTo>
                    <a:pt x="39" y="3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5" name="Freeform 30"/>
            <p:cNvSpPr>
              <a:spLocks/>
            </p:cNvSpPr>
            <p:nvPr/>
          </p:nvSpPr>
          <p:spPr bwMode="auto">
            <a:xfrm>
              <a:off x="8727404" y="870747"/>
              <a:ext cx="92075" cy="60325"/>
            </a:xfrm>
            <a:custGeom>
              <a:avLst/>
              <a:gdLst>
                <a:gd name="T0" fmla="*/ 470 w 521"/>
                <a:gd name="T1" fmla="*/ 0 h 346"/>
                <a:gd name="T2" fmla="*/ 484 w 521"/>
                <a:gd name="T3" fmla="*/ 5 h 346"/>
                <a:gd name="T4" fmla="*/ 498 w 521"/>
                <a:gd name="T5" fmla="*/ 11 h 346"/>
                <a:gd name="T6" fmla="*/ 509 w 521"/>
                <a:gd name="T7" fmla="*/ 22 h 346"/>
                <a:gd name="T8" fmla="*/ 517 w 521"/>
                <a:gd name="T9" fmla="*/ 35 h 346"/>
                <a:gd name="T10" fmla="*/ 521 w 521"/>
                <a:gd name="T11" fmla="*/ 50 h 346"/>
                <a:gd name="T12" fmla="*/ 521 w 521"/>
                <a:gd name="T13" fmla="*/ 64 h 346"/>
                <a:gd name="T14" fmla="*/ 518 w 521"/>
                <a:gd name="T15" fmla="*/ 79 h 346"/>
                <a:gd name="T16" fmla="*/ 510 w 521"/>
                <a:gd name="T17" fmla="*/ 92 h 346"/>
                <a:gd name="T18" fmla="*/ 500 w 521"/>
                <a:gd name="T19" fmla="*/ 103 h 346"/>
                <a:gd name="T20" fmla="*/ 210 w 521"/>
                <a:gd name="T21" fmla="*/ 333 h 346"/>
                <a:gd name="T22" fmla="*/ 198 w 521"/>
                <a:gd name="T23" fmla="*/ 341 h 346"/>
                <a:gd name="T24" fmla="*/ 187 w 521"/>
                <a:gd name="T25" fmla="*/ 345 h 346"/>
                <a:gd name="T26" fmla="*/ 174 w 521"/>
                <a:gd name="T27" fmla="*/ 346 h 346"/>
                <a:gd name="T28" fmla="*/ 159 w 521"/>
                <a:gd name="T29" fmla="*/ 344 h 346"/>
                <a:gd name="T30" fmla="*/ 145 w 521"/>
                <a:gd name="T31" fmla="*/ 339 h 346"/>
                <a:gd name="T32" fmla="*/ 133 w 521"/>
                <a:gd name="T33" fmla="*/ 329 h 346"/>
                <a:gd name="T34" fmla="*/ 17 w 521"/>
                <a:gd name="T35" fmla="*/ 214 h 346"/>
                <a:gd name="T36" fmla="*/ 7 w 521"/>
                <a:gd name="T37" fmla="*/ 201 h 346"/>
                <a:gd name="T38" fmla="*/ 1 w 521"/>
                <a:gd name="T39" fmla="*/ 188 h 346"/>
                <a:gd name="T40" fmla="*/ 0 w 521"/>
                <a:gd name="T41" fmla="*/ 173 h 346"/>
                <a:gd name="T42" fmla="*/ 1 w 521"/>
                <a:gd name="T43" fmla="*/ 159 h 346"/>
                <a:gd name="T44" fmla="*/ 7 w 521"/>
                <a:gd name="T45" fmla="*/ 145 h 346"/>
                <a:gd name="T46" fmla="*/ 17 w 521"/>
                <a:gd name="T47" fmla="*/ 132 h 346"/>
                <a:gd name="T48" fmla="*/ 29 w 521"/>
                <a:gd name="T49" fmla="*/ 123 h 346"/>
                <a:gd name="T50" fmla="*/ 43 w 521"/>
                <a:gd name="T51" fmla="*/ 118 h 346"/>
                <a:gd name="T52" fmla="*/ 58 w 521"/>
                <a:gd name="T53" fmla="*/ 116 h 346"/>
                <a:gd name="T54" fmla="*/ 73 w 521"/>
                <a:gd name="T55" fmla="*/ 118 h 346"/>
                <a:gd name="T56" fmla="*/ 86 w 521"/>
                <a:gd name="T57" fmla="*/ 123 h 346"/>
                <a:gd name="T58" fmla="*/ 99 w 521"/>
                <a:gd name="T59" fmla="*/ 132 h 346"/>
                <a:gd name="T60" fmla="*/ 178 w 521"/>
                <a:gd name="T61" fmla="*/ 211 h 346"/>
                <a:gd name="T62" fmla="*/ 428 w 521"/>
                <a:gd name="T63" fmla="*/ 13 h 346"/>
                <a:gd name="T64" fmla="*/ 441 w 521"/>
                <a:gd name="T65" fmla="*/ 5 h 346"/>
                <a:gd name="T66" fmla="*/ 455 w 521"/>
                <a:gd name="T67" fmla="*/ 1 h 346"/>
                <a:gd name="T68" fmla="*/ 470 w 521"/>
                <a:gd name="T69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21" h="346">
                  <a:moveTo>
                    <a:pt x="470" y="0"/>
                  </a:moveTo>
                  <a:lnTo>
                    <a:pt x="484" y="5"/>
                  </a:lnTo>
                  <a:lnTo>
                    <a:pt x="498" y="11"/>
                  </a:lnTo>
                  <a:lnTo>
                    <a:pt x="509" y="22"/>
                  </a:lnTo>
                  <a:lnTo>
                    <a:pt x="517" y="35"/>
                  </a:lnTo>
                  <a:lnTo>
                    <a:pt x="521" y="50"/>
                  </a:lnTo>
                  <a:lnTo>
                    <a:pt x="521" y="64"/>
                  </a:lnTo>
                  <a:lnTo>
                    <a:pt x="518" y="79"/>
                  </a:lnTo>
                  <a:lnTo>
                    <a:pt x="510" y="92"/>
                  </a:lnTo>
                  <a:lnTo>
                    <a:pt x="500" y="103"/>
                  </a:lnTo>
                  <a:lnTo>
                    <a:pt x="210" y="333"/>
                  </a:lnTo>
                  <a:lnTo>
                    <a:pt x="198" y="341"/>
                  </a:lnTo>
                  <a:lnTo>
                    <a:pt x="187" y="345"/>
                  </a:lnTo>
                  <a:lnTo>
                    <a:pt x="174" y="346"/>
                  </a:lnTo>
                  <a:lnTo>
                    <a:pt x="159" y="344"/>
                  </a:lnTo>
                  <a:lnTo>
                    <a:pt x="145" y="339"/>
                  </a:lnTo>
                  <a:lnTo>
                    <a:pt x="133" y="329"/>
                  </a:lnTo>
                  <a:lnTo>
                    <a:pt x="17" y="214"/>
                  </a:lnTo>
                  <a:lnTo>
                    <a:pt x="7" y="201"/>
                  </a:lnTo>
                  <a:lnTo>
                    <a:pt x="1" y="188"/>
                  </a:lnTo>
                  <a:lnTo>
                    <a:pt x="0" y="173"/>
                  </a:lnTo>
                  <a:lnTo>
                    <a:pt x="1" y="159"/>
                  </a:lnTo>
                  <a:lnTo>
                    <a:pt x="7" y="145"/>
                  </a:lnTo>
                  <a:lnTo>
                    <a:pt x="17" y="132"/>
                  </a:lnTo>
                  <a:lnTo>
                    <a:pt x="29" y="123"/>
                  </a:lnTo>
                  <a:lnTo>
                    <a:pt x="43" y="118"/>
                  </a:lnTo>
                  <a:lnTo>
                    <a:pt x="58" y="116"/>
                  </a:lnTo>
                  <a:lnTo>
                    <a:pt x="73" y="118"/>
                  </a:lnTo>
                  <a:lnTo>
                    <a:pt x="86" y="123"/>
                  </a:lnTo>
                  <a:lnTo>
                    <a:pt x="99" y="132"/>
                  </a:lnTo>
                  <a:lnTo>
                    <a:pt x="178" y="211"/>
                  </a:lnTo>
                  <a:lnTo>
                    <a:pt x="428" y="13"/>
                  </a:lnTo>
                  <a:lnTo>
                    <a:pt x="441" y="5"/>
                  </a:lnTo>
                  <a:lnTo>
                    <a:pt x="455" y="1"/>
                  </a:lnTo>
                  <a:lnTo>
                    <a:pt x="4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6" name="Freeform 31"/>
            <p:cNvSpPr>
              <a:spLocks/>
            </p:cNvSpPr>
            <p:nvPr/>
          </p:nvSpPr>
          <p:spPr bwMode="auto">
            <a:xfrm>
              <a:off x="8829004" y="1012035"/>
              <a:ext cx="184150" cy="20638"/>
            </a:xfrm>
            <a:custGeom>
              <a:avLst/>
              <a:gdLst>
                <a:gd name="T0" fmla="*/ 58 w 1044"/>
                <a:gd name="T1" fmla="*/ 0 h 115"/>
                <a:gd name="T2" fmla="*/ 986 w 1044"/>
                <a:gd name="T3" fmla="*/ 0 h 115"/>
                <a:gd name="T4" fmla="*/ 1004 w 1044"/>
                <a:gd name="T5" fmla="*/ 3 h 115"/>
                <a:gd name="T6" fmla="*/ 1019 w 1044"/>
                <a:gd name="T7" fmla="*/ 11 h 115"/>
                <a:gd name="T8" fmla="*/ 1032 w 1044"/>
                <a:gd name="T9" fmla="*/ 23 h 115"/>
                <a:gd name="T10" fmla="*/ 1040 w 1044"/>
                <a:gd name="T11" fmla="*/ 40 h 115"/>
                <a:gd name="T12" fmla="*/ 1044 w 1044"/>
                <a:gd name="T13" fmla="*/ 57 h 115"/>
                <a:gd name="T14" fmla="*/ 1040 w 1044"/>
                <a:gd name="T15" fmla="*/ 75 h 115"/>
                <a:gd name="T16" fmla="*/ 1032 w 1044"/>
                <a:gd name="T17" fmla="*/ 91 h 115"/>
                <a:gd name="T18" fmla="*/ 1019 w 1044"/>
                <a:gd name="T19" fmla="*/ 103 h 115"/>
                <a:gd name="T20" fmla="*/ 1004 w 1044"/>
                <a:gd name="T21" fmla="*/ 112 h 115"/>
                <a:gd name="T22" fmla="*/ 986 w 1044"/>
                <a:gd name="T23" fmla="*/ 115 h 115"/>
                <a:gd name="T24" fmla="*/ 58 w 1044"/>
                <a:gd name="T25" fmla="*/ 115 h 115"/>
                <a:gd name="T26" fmla="*/ 39 w 1044"/>
                <a:gd name="T27" fmla="*/ 112 h 115"/>
                <a:gd name="T28" fmla="*/ 23 w 1044"/>
                <a:gd name="T29" fmla="*/ 103 h 115"/>
                <a:gd name="T30" fmla="*/ 10 w 1044"/>
                <a:gd name="T31" fmla="*/ 91 h 115"/>
                <a:gd name="T32" fmla="*/ 2 w 1044"/>
                <a:gd name="T33" fmla="*/ 75 h 115"/>
                <a:gd name="T34" fmla="*/ 0 w 1044"/>
                <a:gd name="T35" fmla="*/ 57 h 115"/>
                <a:gd name="T36" fmla="*/ 2 w 1044"/>
                <a:gd name="T37" fmla="*/ 40 h 115"/>
                <a:gd name="T38" fmla="*/ 10 w 1044"/>
                <a:gd name="T39" fmla="*/ 23 h 115"/>
                <a:gd name="T40" fmla="*/ 23 w 1044"/>
                <a:gd name="T41" fmla="*/ 11 h 115"/>
                <a:gd name="T42" fmla="*/ 39 w 1044"/>
                <a:gd name="T43" fmla="*/ 3 h 115"/>
                <a:gd name="T44" fmla="*/ 58 w 1044"/>
                <a:gd name="T4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44" h="115">
                  <a:moveTo>
                    <a:pt x="58" y="0"/>
                  </a:moveTo>
                  <a:lnTo>
                    <a:pt x="986" y="0"/>
                  </a:lnTo>
                  <a:lnTo>
                    <a:pt x="1004" y="3"/>
                  </a:lnTo>
                  <a:lnTo>
                    <a:pt x="1019" y="11"/>
                  </a:lnTo>
                  <a:lnTo>
                    <a:pt x="1032" y="23"/>
                  </a:lnTo>
                  <a:lnTo>
                    <a:pt x="1040" y="40"/>
                  </a:lnTo>
                  <a:lnTo>
                    <a:pt x="1044" y="57"/>
                  </a:lnTo>
                  <a:lnTo>
                    <a:pt x="1040" y="75"/>
                  </a:lnTo>
                  <a:lnTo>
                    <a:pt x="1032" y="91"/>
                  </a:lnTo>
                  <a:lnTo>
                    <a:pt x="1019" y="103"/>
                  </a:lnTo>
                  <a:lnTo>
                    <a:pt x="1004" y="112"/>
                  </a:lnTo>
                  <a:lnTo>
                    <a:pt x="986" y="115"/>
                  </a:lnTo>
                  <a:lnTo>
                    <a:pt x="58" y="115"/>
                  </a:lnTo>
                  <a:lnTo>
                    <a:pt x="39" y="112"/>
                  </a:lnTo>
                  <a:lnTo>
                    <a:pt x="23" y="103"/>
                  </a:lnTo>
                  <a:lnTo>
                    <a:pt x="10" y="91"/>
                  </a:lnTo>
                  <a:lnTo>
                    <a:pt x="2" y="75"/>
                  </a:lnTo>
                  <a:lnTo>
                    <a:pt x="0" y="57"/>
                  </a:lnTo>
                  <a:lnTo>
                    <a:pt x="2" y="40"/>
                  </a:lnTo>
                  <a:lnTo>
                    <a:pt x="10" y="23"/>
                  </a:lnTo>
                  <a:lnTo>
                    <a:pt x="23" y="11"/>
                  </a:lnTo>
                  <a:lnTo>
                    <a:pt x="39" y="3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" name="Freeform 32"/>
            <p:cNvSpPr>
              <a:spLocks/>
            </p:cNvSpPr>
            <p:nvPr/>
          </p:nvSpPr>
          <p:spPr bwMode="auto">
            <a:xfrm>
              <a:off x="8727404" y="981872"/>
              <a:ext cx="92075" cy="60325"/>
            </a:xfrm>
            <a:custGeom>
              <a:avLst/>
              <a:gdLst>
                <a:gd name="T0" fmla="*/ 470 w 521"/>
                <a:gd name="T1" fmla="*/ 0 h 346"/>
                <a:gd name="T2" fmla="*/ 484 w 521"/>
                <a:gd name="T3" fmla="*/ 4 h 346"/>
                <a:gd name="T4" fmla="*/ 498 w 521"/>
                <a:gd name="T5" fmla="*/ 10 h 346"/>
                <a:gd name="T6" fmla="*/ 509 w 521"/>
                <a:gd name="T7" fmla="*/ 22 h 346"/>
                <a:gd name="T8" fmla="*/ 517 w 521"/>
                <a:gd name="T9" fmla="*/ 35 h 346"/>
                <a:gd name="T10" fmla="*/ 521 w 521"/>
                <a:gd name="T11" fmla="*/ 49 h 346"/>
                <a:gd name="T12" fmla="*/ 521 w 521"/>
                <a:gd name="T13" fmla="*/ 64 h 346"/>
                <a:gd name="T14" fmla="*/ 518 w 521"/>
                <a:gd name="T15" fmla="*/ 79 h 346"/>
                <a:gd name="T16" fmla="*/ 510 w 521"/>
                <a:gd name="T17" fmla="*/ 91 h 346"/>
                <a:gd name="T18" fmla="*/ 500 w 521"/>
                <a:gd name="T19" fmla="*/ 103 h 346"/>
                <a:gd name="T20" fmla="*/ 210 w 521"/>
                <a:gd name="T21" fmla="*/ 333 h 346"/>
                <a:gd name="T22" fmla="*/ 198 w 521"/>
                <a:gd name="T23" fmla="*/ 340 h 346"/>
                <a:gd name="T24" fmla="*/ 187 w 521"/>
                <a:gd name="T25" fmla="*/ 345 h 346"/>
                <a:gd name="T26" fmla="*/ 174 w 521"/>
                <a:gd name="T27" fmla="*/ 346 h 346"/>
                <a:gd name="T28" fmla="*/ 159 w 521"/>
                <a:gd name="T29" fmla="*/ 344 h 346"/>
                <a:gd name="T30" fmla="*/ 145 w 521"/>
                <a:gd name="T31" fmla="*/ 338 h 346"/>
                <a:gd name="T32" fmla="*/ 133 w 521"/>
                <a:gd name="T33" fmla="*/ 329 h 346"/>
                <a:gd name="T34" fmla="*/ 17 w 521"/>
                <a:gd name="T35" fmla="*/ 214 h 346"/>
                <a:gd name="T36" fmla="*/ 7 w 521"/>
                <a:gd name="T37" fmla="*/ 201 h 346"/>
                <a:gd name="T38" fmla="*/ 1 w 521"/>
                <a:gd name="T39" fmla="*/ 187 h 346"/>
                <a:gd name="T40" fmla="*/ 0 w 521"/>
                <a:gd name="T41" fmla="*/ 173 h 346"/>
                <a:gd name="T42" fmla="*/ 1 w 521"/>
                <a:gd name="T43" fmla="*/ 158 h 346"/>
                <a:gd name="T44" fmla="*/ 7 w 521"/>
                <a:gd name="T45" fmla="*/ 145 h 346"/>
                <a:gd name="T46" fmla="*/ 17 w 521"/>
                <a:gd name="T47" fmla="*/ 132 h 346"/>
                <a:gd name="T48" fmla="*/ 29 w 521"/>
                <a:gd name="T49" fmla="*/ 123 h 346"/>
                <a:gd name="T50" fmla="*/ 43 w 521"/>
                <a:gd name="T51" fmla="*/ 117 h 346"/>
                <a:gd name="T52" fmla="*/ 58 w 521"/>
                <a:gd name="T53" fmla="*/ 115 h 346"/>
                <a:gd name="T54" fmla="*/ 73 w 521"/>
                <a:gd name="T55" fmla="*/ 117 h 346"/>
                <a:gd name="T56" fmla="*/ 86 w 521"/>
                <a:gd name="T57" fmla="*/ 123 h 346"/>
                <a:gd name="T58" fmla="*/ 99 w 521"/>
                <a:gd name="T59" fmla="*/ 132 h 346"/>
                <a:gd name="T60" fmla="*/ 178 w 521"/>
                <a:gd name="T61" fmla="*/ 211 h 346"/>
                <a:gd name="T62" fmla="*/ 428 w 521"/>
                <a:gd name="T63" fmla="*/ 13 h 346"/>
                <a:gd name="T64" fmla="*/ 441 w 521"/>
                <a:gd name="T65" fmla="*/ 4 h 346"/>
                <a:gd name="T66" fmla="*/ 455 w 521"/>
                <a:gd name="T67" fmla="*/ 1 h 346"/>
                <a:gd name="T68" fmla="*/ 470 w 521"/>
                <a:gd name="T69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21" h="346">
                  <a:moveTo>
                    <a:pt x="470" y="0"/>
                  </a:moveTo>
                  <a:lnTo>
                    <a:pt x="484" y="4"/>
                  </a:lnTo>
                  <a:lnTo>
                    <a:pt x="498" y="10"/>
                  </a:lnTo>
                  <a:lnTo>
                    <a:pt x="509" y="22"/>
                  </a:lnTo>
                  <a:lnTo>
                    <a:pt x="517" y="35"/>
                  </a:lnTo>
                  <a:lnTo>
                    <a:pt x="521" y="49"/>
                  </a:lnTo>
                  <a:lnTo>
                    <a:pt x="521" y="64"/>
                  </a:lnTo>
                  <a:lnTo>
                    <a:pt x="518" y="79"/>
                  </a:lnTo>
                  <a:lnTo>
                    <a:pt x="510" y="91"/>
                  </a:lnTo>
                  <a:lnTo>
                    <a:pt x="500" y="103"/>
                  </a:lnTo>
                  <a:lnTo>
                    <a:pt x="210" y="333"/>
                  </a:lnTo>
                  <a:lnTo>
                    <a:pt x="198" y="340"/>
                  </a:lnTo>
                  <a:lnTo>
                    <a:pt x="187" y="345"/>
                  </a:lnTo>
                  <a:lnTo>
                    <a:pt x="174" y="346"/>
                  </a:lnTo>
                  <a:lnTo>
                    <a:pt x="159" y="344"/>
                  </a:lnTo>
                  <a:lnTo>
                    <a:pt x="145" y="338"/>
                  </a:lnTo>
                  <a:lnTo>
                    <a:pt x="133" y="329"/>
                  </a:lnTo>
                  <a:lnTo>
                    <a:pt x="17" y="214"/>
                  </a:lnTo>
                  <a:lnTo>
                    <a:pt x="7" y="201"/>
                  </a:lnTo>
                  <a:lnTo>
                    <a:pt x="1" y="187"/>
                  </a:lnTo>
                  <a:lnTo>
                    <a:pt x="0" y="173"/>
                  </a:lnTo>
                  <a:lnTo>
                    <a:pt x="1" y="158"/>
                  </a:lnTo>
                  <a:lnTo>
                    <a:pt x="7" y="145"/>
                  </a:lnTo>
                  <a:lnTo>
                    <a:pt x="17" y="132"/>
                  </a:lnTo>
                  <a:lnTo>
                    <a:pt x="29" y="123"/>
                  </a:lnTo>
                  <a:lnTo>
                    <a:pt x="43" y="117"/>
                  </a:lnTo>
                  <a:lnTo>
                    <a:pt x="58" y="115"/>
                  </a:lnTo>
                  <a:lnTo>
                    <a:pt x="73" y="117"/>
                  </a:lnTo>
                  <a:lnTo>
                    <a:pt x="86" y="123"/>
                  </a:lnTo>
                  <a:lnTo>
                    <a:pt x="99" y="132"/>
                  </a:lnTo>
                  <a:lnTo>
                    <a:pt x="178" y="211"/>
                  </a:lnTo>
                  <a:lnTo>
                    <a:pt x="428" y="13"/>
                  </a:lnTo>
                  <a:lnTo>
                    <a:pt x="441" y="4"/>
                  </a:lnTo>
                  <a:lnTo>
                    <a:pt x="455" y="1"/>
                  </a:lnTo>
                  <a:lnTo>
                    <a:pt x="4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78" name="직사각형 77"/>
          <p:cNvSpPr/>
          <p:nvPr/>
        </p:nvSpPr>
        <p:spPr>
          <a:xfrm>
            <a:off x="3972264" y="4241841"/>
            <a:ext cx="1619915" cy="200376"/>
          </a:xfrm>
          <a:prstGeom prst="rect">
            <a:avLst/>
          </a:prstGeom>
          <a:solidFill>
            <a:srgbClr val="54535B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478292" y="3919119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편의성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71879" y="4764939"/>
            <a:ext cx="6206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실용성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78291" y="5610759"/>
            <a:ext cx="6078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디자인</a:t>
            </a:r>
            <a:endParaRPr lang="ko-KR" altLang="en-US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3972264" y="4280751"/>
            <a:ext cx="1360638" cy="141786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/>
          <p:cNvSpPr/>
          <p:nvPr/>
        </p:nvSpPr>
        <p:spPr>
          <a:xfrm>
            <a:off x="6583774" y="4222161"/>
            <a:ext cx="1619915" cy="200376"/>
          </a:xfrm>
          <a:prstGeom prst="rect">
            <a:avLst/>
          </a:prstGeom>
          <a:solidFill>
            <a:srgbClr val="54535B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/>
          <p:cNvSpPr/>
          <p:nvPr/>
        </p:nvSpPr>
        <p:spPr>
          <a:xfrm>
            <a:off x="6583774" y="5067981"/>
            <a:ext cx="1619915" cy="200376"/>
          </a:xfrm>
          <a:prstGeom prst="rect">
            <a:avLst/>
          </a:prstGeom>
          <a:solidFill>
            <a:srgbClr val="54535B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Freeform 6"/>
          <p:cNvSpPr>
            <a:spLocks noEditPoints="1"/>
          </p:cNvSpPr>
          <p:nvPr/>
        </p:nvSpPr>
        <p:spPr bwMode="auto">
          <a:xfrm>
            <a:off x="7201813" y="2798161"/>
            <a:ext cx="383836" cy="383836"/>
          </a:xfrm>
          <a:custGeom>
            <a:avLst/>
            <a:gdLst>
              <a:gd name="T0" fmla="*/ 1622 w 3540"/>
              <a:gd name="T1" fmla="*/ 3072 h 3540"/>
              <a:gd name="T2" fmla="*/ 1749 w 3540"/>
              <a:gd name="T3" fmla="*/ 3382 h 3540"/>
              <a:gd name="T4" fmla="*/ 2075 w 3540"/>
              <a:gd name="T5" fmla="*/ 3306 h 3540"/>
              <a:gd name="T6" fmla="*/ 2049 w 3540"/>
              <a:gd name="T7" fmla="*/ 2971 h 3540"/>
              <a:gd name="T8" fmla="*/ 268 w 3540"/>
              <a:gd name="T9" fmla="*/ 2797 h 3540"/>
              <a:gd name="T10" fmla="*/ 142 w 3540"/>
              <a:gd name="T11" fmla="*/ 3107 h 3540"/>
              <a:gd name="T12" fmla="*/ 428 w 3540"/>
              <a:gd name="T13" fmla="*/ 3279 h 3540"/>
              <a:gd name="T14" fmla="*/ 644 w 3540"/>
              <a:gd name="T15" fmla="*/ 3025 h 3540"/>
              <a:gd name="T16" fmla="*/ 428 w 3540"/>
              <a:gd name="T17" fmla="*/ 2771 h 3540"/>
              <a:gd name="T18" fmla="*/ 2770 w 3540"/>
              <a:gd name="T19" fmla="*/ 2613 h 3540"/>
              <a:gd name="T20" fmla="*/ 2896 w 3540"/>
              <a:gd name="T21" fmla="*/ 2768 h 3540"/>
              <a:gd name="T22" fmla="*/ 3023 w 3540"/>
              <a:gd name="T23" fmla="*/ 2613 h 3540"/>
              <a:gd name="T24" fmla="*/ 1818 w 3540"/>
              <a:gd name="T25" fmla="*/ 1226 h 3540"/>
              <a:gd name="T26" fmla="*/ 1506 w 3540"/>
              <a:gd name="T27" fmla="*/ 1470 h 3540"/>
              <a:gd name="T28" fmla="*/ 1578 w 3540"/>
              <a:gd name="T29" fmla="*/ 1865 h 3540"/>
              <a:gd name="T30" fmla="*/ 1962 w 3540"/>
              <a:gd name="T31" fmla="*/ 1983 h 3540"/>
              <a:gd name="T32" fmla="*/ 2241 w 3540"/>
              <a:gd name="T33" fmla="*/ 1705 h 3540"/>
              <a:gd name="T34" fmla="*/ 2123 w 3540"/>
              <a:gd name="T35" fmla="*/ 1321 h 3540"/>
              <a:gd name="T36" fmla="*/ 786 w 3540"/>
              <a:gd name="T37" fmla="*/ 461 h 3540"/>
              <a:gd name="T38" fmla="*/ 731 w 3540"/>
              <a:gd name="T39" fmla="*/ 651 h 3540"/>
              <a:gd name="T40" fmla="*/ 928 w 3540"/>
              <a:gd name="T41" fmla="*/ 670 h 3540"/>
              <a:gd name="T42" fmla="*/ 909 w 3540"/>
              <a:gd name="T43" fmla="*/ 473 h 3540"/>
              <a:gd name="T44" fmla="*/ 2971 w 3540"/>
              <a:gd name="T45" fmla="*/ 204 h 3540"/>
              <a:gd name="T46" fmla="*/ 2946 w 3540"/>
              <a:gd name="T47" fmla="*/ 539 h 3540"/>
              <a:gd name="T48" fmla="*/ 3272 w 3540"/>
              <a:gd name="T49" fmla="*/ 615 h 3540"/>
              <a:gd name="T50" fmla="*/ 3398 w 3540"/>
              <a:gd name="T51" fmla="*/ 305 h 3540"/>
              <a:gd name="T52" fmla="*/ 3154 w 3540"/>
              <a:gd name="T53" fmla="*/ 0 h 3540"/>
              <a:gd name="T54" fmla="*/ 3495 w 3540"/>
              <a:gd name="T55" fmla="*/ 205 h 3540"/>
              <a:gd name="T56" fmla="*/ 3470 w 3540"/>
              <a:gd name="T57" fmla="*/ 607 h 3540"/>
              <a:gd name="T58" fmla="*/ 3104 w 3540"/>
              <a:gd name="T59" fmla="*/ 769 h 3540"/>
              <a:gd name="T60" fmla="*/ 2352 w 3540"/>
              <a:gd name="T61" fmla="*/ 1440 h 3540"/>
              <a:gd name="T62" fmla="*/ 2273 w 3540"/>
              <a:gd name="T63" fmla="*/ 1924 h 3540"/>
              <a:gd name="T64" fmla="*/ 3049 w 3540"/>
              <a:gd name="T65" fmla="*/ 2431 h 3540"/>
              <a:gd name="T66" fmla="*/ 3125 w 3540"/>
              <a:gd name="T67" fmla="*/ 2757 h 3540"/>
              <a:gd name="T68" fmla="*/ 2815 w 3540"/>
              <a:gd name="T69" fmla="*/ 2883 h 3540"/>
              <a:gd name="T70" fmla="*/ 2641 w 3540"/>
              <a:gd name="T71" fmla="*/ 2604 h 3540"/>
              <a:gd name="T72" fmla="*/ 1931 w 3540"/>
              <a:gd name="T73" fmla="*/ 2120 h 3540"/>
              <a:gd name="T74" fmla="*/ 2224 w 3540"/>
              <a:gd name="T75" fmla="*/ 3007 h 3540"/>
              <a:gd name="T76" fmla="*/ 2155 w 3540"/>
              <a:gd name="T77" fmla="*/ 3410 h 3540"/>
              <a:gd name="T78" fmla="*/ 1771 w 3540"/>
              <a:gd name="T79" fmla="*/ 3528 h 3540"/>
              <a:gd name="T80" fmla="*/ 1492 w 3540"/>
              <a:gd name="T81" fmla="*/ 3249 h 3540"/>
              <a:gd name="T82" fmla="*/ 1625 w 3540"/>
              <a:gd name="T83" fmla="*/ 2853 h 3540"/>
              <a:gd name="T84" fmla="*/ 1596 w 3540"/>
              <a:gd name="T85" fmla="*/ 2046 h 3540"/>
              <a:gd name="T86" fmla="*/ 747 w 3540"/>
              <a:gd name="T87" fmla="*/ 3165 h 3540"/>
              <a:gd name="T88" fmla="*/ 434 w 3540"/>
              <a:gd name="T89" fmla="*/ 3408 h 3540"/>
              <a:gd name="T90" fmla="*/ 70 w 3540"/>
              <a:gd name="T91" fmla="*/ 3245 h 3540"/>
              <a:gd name="T92" fmla="*/ 45 w 3540"/>
              <a:gd name="T93" fmla="*/ 2844 h 3540"/>
              <a:gd name="T94" fmla="*/ 386 w 3540"/>
              <a:gd name="T95" fmla="*/ 2639 h 3540"/>
              <a:gd name="T96" fmla="*/ 1402 w 3540"/>
              <a:gd name="T97" fmla="*/ 1830 h 3540"/>
              <a:gd name="T98" fmla="*/ 1429 w 3540"/>
              <a:gd name="T99" fmla="*/ 1340 h 3540"/>
              <a:gd name="T100" fmla="*/ 719 w 3540"/>
              <a:gd name="T101" fmla="*/ 808 h 3540"/>
              <a:gd name="T102" fmla="*/ 592 w 3540"/>
              <a:gd name="T103" fmla="*/ 498 h 3540"/>
              <a:gd name="T104" fmla="*/ 879 w 3540"/>
              <a:gd name="T105" fmla="*/ 325 h 3540"/>
              <a:gd name="T106" fmla="*/ 1094 w 3540"/>
              <a:gd name="T107" fmla="*/ 579 h 3540"/>
              <a:gd name="T108" fmla="*/ 1752 w 3540"/>
              <a:gd name="T109" fmla="*/ 1107 h 3540"/>
              <a:gd name="T110" fmla="*/ 2815 w 3540"/>
              <a:gd name="T111" fmla="*/ 571 h 3540"/>
              <a:gd name="T112" fmla="*/ 2837 w 3540"/>
              <a:gd name="T113" fmla="*/ 165 h 3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540" h="3540">
                <a:moveTo>
                  <a:pt x="1867" y="2896"/>
                </a:moveTo>
                <a:lnTo>
                  <a:pt x="1825" y="2900"/>
                </a:lnTo>
                <a:lnTo>
                  <a:pt x="1785" y="2909"/>
                </a:lnTo>
                <a:lnTo>
                  <a:pt x="1749" y="2925"/>
                </a:lnTo>
                <a:lnTo>
                  <a:pt x="1714" y="2946"/>
                </a:lnTo>
                <a:lnTo>
                  <a:pt x="1684" y="2971"/>
                </a:lnTo>
                <a:lnTo>
                  <a:pt x="1658" y="3001"/>
                </a:lnTo>
                <a:lnTo>
                  <a:pt x="1638" y="3036"/>
                </a:lnTo>
                <a:lnTo>
                  <a:pt x="1622" y="3072"/>
                </a:lnTo>
                <a:lnTo>
                  <a:pt x="1612" y="3112"/>
                </a:lnTo>
                <a:lnTo>
                  <a:pt x="1609" y="3154"/>
                </a:lnTo>
                <a:lnTo>
                  <a:pt x="1612" y="3196"/>
                </a:lnTo>
                <a:lnTo>
                  <a:pt x="1622" y="3235"/>
                </a:lnTo>
                <a:lnTo>
                  <a:pt x="1638" y="3272"/>
                </a:lnTo>
                <a:lnTo>
                  <a:pt x="1658" y="3306"/>
                </a:lnTo>
                <a:lnTo>
                  <a:pt x="1684" y="3336"/>
                </a:lnTo>
                <a:lnTo>
                  <a:pt x="1714" y="3362"/>
                </a:lnTo>
                <a:lnTo>
                  <a:pt x="1749" y="3382"/>
                </a:lnTo>
                <a:lnTo>
                  <a:pt x="1785" y="3398"/>
                </a:lnTo>
                <a:lnTo>
                  <a:pt x="1825" y="3408"/>
                </a:lnTo>
                <a:lnTo>
                  <a:pt x="1867" y="3411"/>
                </a:lnTo>
                <a:lnTo>
                  <a:pt x="1908" y="3408"/>
                </a:lnTo>
                <a:lnTo>
                  <a:pt x="1948" y="3398"/>
                </a:lnTo>
                <a:lnTo>
                  <a:pt x="1985" y="3382"/>
                </a:lnTo>
                <a:lnTo>
                  <a:pt x="2019" y="3362"/>
                </a:lnTo>
                <a:lnTo>
                  <a:pt x="2049" y="3336"/>
                </a:lnTo>
                <a:lnTo>
                  <a:pt x="2075" y="3306"/>
                </a:lnTo>
                <a:lnTo>
                  <a:pt x="2095" y="3272"/>
                </a:lnTo>
                <a:lnTo>
                  <a:pt x="2111" y="3235"/>
                </a:lnTo>
                <a:lnTo>
                  <a:pt x="2121" y="3196"/>
                </a:lnTo>
                <a:lnTo>
                  <a:pt x="2124" y="3154"/>
                </a:lnTo>
                <a:lnTo>
                  <a:pt x="2121" y="3112"/>
                </a:lnTo>
                <a:lnTo>
                  <a:pt x="2111" y="3072"/>
                </a:lnTo>
                <a:lnTo>
                  <a:pt x="2095" y="3036"/>
                </a:lnTo>
                <a:lnTo>
                  <a:pt x="2075" y="3001"/>
                </a:lnTo>
                <a:lnTo>
                  <a:pt x="2049" y="2971"/>
                </a:lnTo>
                <a:lnTo>
                  <a:pt x="2019" y="2946"/>
                </a:lnTo>
                <a:lnTo>
                  <a:pt x="1985" y="2925"/>
                </a:lnTo>
                <a:lnTo>
                  <a:pt x="1948" y="2909"/>
                </a:lnTo>
                <a:lnTo>
                  <a:pt x="1908" y="2900"/>
                </a:lnTo>
                <a:lnTo>
                  <a:pt x="1867" y="2896"/>
                </a:lnTo>
                <a:close/>
                <a:moveTo>
                  <a:pt x="386" y="2768"/>
                </a:moveTo>
                <a:lnTo>
                  <a:pt x="344" y="2771"/>
                </a:lnTo>
                <a:lnTo>
                  <a:pt x="305" y="2781"/>
                </a:lnTo>
                <a:lnTo>
                  <a:pt x="268" y="2797"/>
                </a:lnTo>
                <a:lnTo>
                  <a:pt x="234" y="2817"/>
                </a:lnTo>
                <a:lnTo>
                  <a:pt x="204" y="2843"/>
                </a:lnTo>
                <a:lnTo>
                  <a:pt x="178" y="2873"/>
                </a:lnTo>
                <a:lnTo>
                  <a:pt x="158" y="2907"/>
                </a:lnTo>
                <a:lnTo>
                  <a:pt x="142" y="2944"/>
                </a:lnTo>
                <a:lnTo>
                  <a:pt x="132" y="2983"/>
                </a:lnTo>
                <a:lnTo>
                  <a:pt x="129" y="3025"/>
                </a:lnTo>
                <a:lnTo>
                  <a:pt x="132" y="3067"/>
                </a:lnTo>
                <a:lnTo>
                  <a:pt x="142" y="3107"/>
                </a:lnTo>
                <a:lnTo>
                  <a:pt x="158" y="3143"/>
                </a:lnTo>
                <a:lnTo>
                  <a:pt x="178" y="3177"/>
                </a:lnTo>
                <a:lnTo>
                  <a:pt x="204" y="3207"/>
                </a:lnTo>
                <a:lnTo>
                  <a:pt x="234" y="3233"/>
                </a:lnTo>
                <a:lnTo>
                  <a:pt x="268" y="3254"/>
                </a:lnTo>
                <a:lnTo>
                  <a:pt x="305" y="3270"/>
                </a:lnTo>
                <a:lnTo>
                  <a:pt x="344" y="3279"/>
                </a:lnTo>
                <a:lnTo>
                  <a:pt x="386" y="3283"/>
                </a:lnTo>
                <a:lnTo>
                  <a:pt x="428" y="3279"/>
                </a:lnTo>
                <a:lnTo>
                  <a:pt x="468" y="3270"/>
                </a:lnTo>
                <a:lnTo>
                  <a:pt x="504" y="3254"/>
                </a:lnTo>
                <a:lnTo>
                  <a:pt x="539" y="3233"/>
                </a:lnTo>
                <a:lnTo>
                  <a:pt x="569" y="3207"/>
                </a:lnTo>
                <a:lnTo>
                  <a:pt x="594" y="3177"/>
                </a:lnTo>
                <a:lnTo>
                  <a:pt x="615" y="3143"/>
                </a:lnTo>
                <a:lnTo>
                  <a:pt x="631" y="3107"/>
                </a:lnTo>
                <a:lnTo>
                  <a:pt x="640" y="3067"/>
                </a:lnTo>
                <a:lnTo>
                  <a:pt x="644" y="3025"/>
                </a:lnTo>
                <a:lnTo>
                  <a:pt x="640" y="2983"/>
                </a:lnTo>
                <a:lnTo>
                  <a:pt x="631" y="2944"/>
                </a:lnTo>
                <a:lnTo>
                  <a:pt x="615" y="2907"/>
                </a:lnTo>
                <a:lnTo>
                  <a:pt x="594" y="2873"/>
                </a:lnTo>
                <a:lnTo>
                  <a:pt x="569" y="2843"/>
                </a:lnTo>
                <a:lnTo>
                  <a:pt x="539" y="2817"/>
                </a:lnTo>
                <a:lnTo>
                  <a:pt x="504" y="2797"/>
                </a:lnTo>
                <a:lnTo>
                  <a:pt x="468" y="2781"/>
                </a:lnTo>
                <a:lnTo>
                  <a:pt x="428" y="2771"/>
                </a:lnTo>
                <a:lnTo>
                  <a:pt x="386" y="2768"/>
                </a:lnTo>
                <a:close/>
                <a:moveTo>
                  <a:pt x="2896" y="2510"/>
                </a:moveTo>
                <a:lnTo>
                  <a:pt x="2871" y="2512"/>
                </a:lnTo>
                <a:lnTo>
                  <a:pt x="2846" y="2520"/>
                </a:lnTo>
                <a:lnTo>
                  <a:pt x="2824" y="2532"/>
                </a:lnTo>
                <a:lnTo>
                  <a:pt x="2805" y="2548"/>
                </a:lnTo>
                <a:lnTo>
                  <a:pt x="2789" y="2567"/>
                </a:lnTo>
                <a:lnTo>
                  <a:pt x="2777" y="2588"/>
                </a:lnTo>
                <a:lnTo>
                  <a:pt x="2770" y="2613"/>
                </a:lnTo>
                <a:lnTo>
                  <a:pt x="2768" y="2639"/>
                </a:lnTo>
                <a:lnTo>
                  <a:pt x="2770" y="2665"/>
                </a:lnTo>
                <a:lnTo>
                  <a:pt x="2777" y="2689"/>
                </a:lnTo>
                <a:lnTo>
                  <a:pt x="2789" y="2711"/>
                </a:lnTo>
                <a:lnTo>
                  <a:pt x="2805" y="2730"/>
                </a:lnTo>
                <a:lnTo>
                  <a:pt x="2824" y="2745"/>
                </a:lnTo>
                <a:lnTo>
                  <a:pt x="2846" y="2757"/>
                </a:lnTo>
                <a:lnTo>
                  <a:pt x="2871" y="2764"/>
                </a:lnTo>
                <a:lnTo>
                  <a:pt x="2896" y="2768"/>
                </a:lnTo>
                <a:lnTo>
                  <a:pt x="2922" y="2764"/>
                </a:lnTo>
                <a:lnTo>
                  <a:pt x="2947" y="2757"/>
                </a:lnTo>
                <a:lnTo>
                  <a:pt x="2968" y="2745"/>
                </a:lnTo>
                <a:lnTo>
                  <a:pt x="2988" y="2730"/>
                </a:lnTo>
                <a:lnTo>
                  <a:pt x="3004" y="2711"/>
                </a:lnTo>
                <a:lnTo>
                  <a:pt x="3015" y="2689"/>
                </a:lnTo>
                <a:lnTo>
                  <a:pt x="3023" y="2665"/>
                </a:lnTo>
                <a:lnTo>
                  <a:pt x="3025" y="2639"/>
                </a:lnTo>
                <a:lnTo>
                  <a:pt x="3023" y="2613"/>
                </a:lnTo>
                <a:lnTo>
                  <a:pt x="3015" y="2588"/>
                </a:lnTo>
                <a:lnTo>
                  <a:pt x="3004" y="2567"/>
                </a:lnTo>
                <a:lnTo>
                  <a:pt x="2988" y="2548"/>
                </a:lnTo>
                <a:lnTo>
                  <a:pt x="2968" y="2532"/>
                </a:lnTo>
                <a:lnTo>
                  <a:pt x="2947" y="2520"/>
                </a:lnTo>
                <a:lnTo>
                  <a:pt x="2922" y="2512"/>
                </a:lnTo>
                <a:lnTo>
                  <a:pt x="2896" y="2510"/>
                </a:lnTo>
                <a:close/>
                <a:moveTo>
                  <a:pt x="1867" y="1223"/>
                </a:moveTo>
                <a:lnTo>
                  <a:pt x="1818" y="1226"/>
                </a:lnTo>
                <a:lnTo>
                  <a:pt x="1771" y="1235"/>
                </a:lnTo>
                <a:lnTo>
                  <a:pt x="1727" y="1249"/>
                </a:lnTo>
                <a:lnTo>
                  <a:pt x="1685" y="1268"/>
                </a:lnTo>
                <a:lnTo>
                  <a:pt x="1646" y="1293"/>
                </a:lnTo>
                <a:lnTo>
                  <a:pt x="1610" y="1321"/>
                </a:lnTo>
                <a:lnTo>
                  <a:pt x="1578" y="1353"/>
                </a:lnTo>
                <a:lnTo>
                  <a:pt x="1550" y="1388"/>
                </a:lnTo>
                <a:lnTo>
                  <a:pt x="1525" y="1428"/>
                </a:lnTo>
                <a:lnTo>
                  <a:pt x="1506" y="1470"/>
                </a:lnTo>
                <a:lnTo>
                  <a:pt x="1492" y="1514"/>
                </a:lnTo>
                <a:lnTo>
                  <a:pt x="1484" y="1561"/>
                </a:lnTo>
                <a:lnTo>
                  <a:pt x="1480" y="1609"/>
                </a:lnTo>
                <a:lnTo>
                  <a:pt x="1484" y="1657"/>
                </a:lnTo>
                <a:lnTo>
                  <a:pt x="1492" y="1705"/>
                </a:lnTo>
                <a:lnTo>
                  <a:pt x="1506" y="1749"/>
                </a:lnTo>
                <a:lnTo>
                  <a:pt x="1525" y="1790"/>
                </a:lnTo>
                <a:lnTo>
                  <a:pt x="1550" y="1830"/>
                </a:lnTo>
                <a:lnTo>
                  <a:pt x="1578" y="1865"/>
                </a:lnTo>
                <a:lnTo>
                  <a:pt x="1610" y="1898"/>
                </a:lnTo>
                <a:lnTo>
                  <a:pt x="1646" y="1926"/>
                </a:lnTo>
                <a:lnTo>
                  <a:pt x="1685" y="1950"/>
                </a:lnTo>
                <a:lnTo>
                  <a:pt x="1727" y="1970"/>
                </a:lnTo>
                <a:lnTo>
                  <a:pt x="1771" y="1983"/>
                </a:lnTo>
                <a:lnTo>
                  <a:pt x="1818" y="1992"/>
                </a:lnTo>
                <a:lnTo>
                  <a:pt x="1867" y="1995"/>
                </a:lnTo>
                <a:lnTo>
                  <a:pt x="1915" y="1992"/>
                </a:lnTo>
                <a:lnTo>
                  <a:pt x="1962" y="1983"/>
                </a:lnTo>
                <a:lnTo>
                  <a:pt x="2006" y="1970"/>
                </a:lnTo>
                <a:lnTo>
                  <a:pt x="2048" y="1950"/>
                </a:lnTo>
                <a:lnTo>
                  <a:pt x="2088" y="1926"/>
                </a:lnTo>
                <a:lnTo>
                  <a:pt x="2123" y="1898"/>
                </a:lnTo>
                <a:lnTo>
                  <a:pt x="2155" y="1865"/>
                </a:lnTo>
                <a:lnTo>
                  <a:pt x="2183" y="1830"/>
                </a:lnTo>
                <a:lnTo>
                  <a:pt x="2208" y="1790"/>
                </a:lnTo>
                <a:lnTo>
                  <a:pt x="2227" y="1749"/>
                </a:lnTo>
                <a:lnTo>
                  <a:pt x="2241" y="1705"/>
                </a:lnTo>
                <a:lnTo>
                  <a:pt x="2250" y="1657"/>
                </a:lnTo>
                <a:lnTo>
                  <a:pt x="2253" y="1609"/>
                </a:lnTo>
                <a:lnTo>
                  <a:pt x="2250" y="1561"/>
                </a:lnTo>
                <a:lnTo>
                  <a:pt x="2241" y="1514"/>
                </a:lnTo>
                <a:lnTo>
                  <a:pt x="2227" y="1470"/>
                </a:lnTo>
                <a:lnTo>
                  <a:pt x="2208" y="1428"/>
                </a:lnTo>
                <a:lnTo>
                  <a:pt x="2183" y="1388"/>
                </a:lnTo>
                <a:lnTo>
                  <a:pt x="2155" y="1353"/>
                </a:lnTo>
                <a:lnTo>
                  <a:pt x="2123" y="1321"/>
                </a:lnTo>
                <a:lnTo>
                  <a:pt x="2088" y="1293"/>
                </a:lnTo>
                <a:lnTo>
                  <a:pt x="2048" y="1268"/>
                </a:lnTo>
                <a:lnTo>
                  <a:pt x="2006" y="1249"/>
                </a:lnTo>
                <a:lnTo>
                  <a:pt x="1962" y="1235"/>
                </a:lnTo>
                <a:lnTo>
                  <a:pt x="1915" y="1226"/>
                </a:lnTo>
                <a:lnTo>
                  <a:pt x="1867" y="1223"/>
                </a:lnTo>
                <a:close/>
                <a:moveTo>
                  <a:pt x="837" y="451"/>
                </a:moveTo>
                <a:lnTo>
                  <a:pt x="811" y="454"/>
                </a:lnTo>
                <a:lnTo>
                  <a:pt x="786" y="461"/>
                </a:lnTo>
                <a:lnTo>
                  <a:pt x="765" y="473"/>
                </a:lnTo>
                <a:lnTo>
                  <a:pt x="746" y="488"/>
                </a:lnTo>
                <a:lnTo>
                  <a:pt x="731" y="507"/>
                </a:lnTo>
                <a:lnTo>
                  <a:pt x="719" y="529"/>
                </a:lnTo>
                <a:lnTo>
                  <a:pt x="711" y="554"/>
                </a:lnTo>
                <a:lnTo>
                  <a:pt x="708" y="579"/>
                </a:lnTo>
                <a:lnTo>
                  <a:pt x="711" y="605"/>
                </a:lnTo>
                <a:lnTo>
                  <a:pt x="719" y="630"/>
                </a:lnTo>
                <a:lnTo>
                  <a:pt x="731" y="651"/>
                </a:lnTo>
                <a:lnTo>
                  <a:pt x="746" y="670"/>
                </a:lnTo>
                <a:lnTo>
                  <a:pt x="765" y="687"/>
                </a:lnTo>
                <a:lnTo>
                  <a:pt x="786" y="698"/>
                </a:lnTo>
                <a:lnTo>
                  <a:pt x="811" y="706"/>
                </a:lnTo>
                <a:lnTo>
                  <a:pt x="837" y="708"/>
                </a:lnTo>
                <a:lnTo>
                  <a:pt x="862" y="706"/>
                </a:lnTo>
                <a:lnTo>
                  <a:pt x="887" y="698"/>
                </a:lnTo>
                <a:lnTo>
                  <a:pt x="909" y="687"/>
                </a:lnTo>
                <a:lnTo>
                  <a:pt x="928" y="670"/>
                </a:lnTo>
                <a:lnTo>
                  <a:pt x="943" y="651"/>
                </a:lnTo>
                <a:lnTo>
                  <a:pt x="956" y="630"/>
                </a:lnTo>
                <a:lnTo>
                  <a:pt x="963" y="605"/>
                </a:lnTo>
                <a:lnTo>
                  <a:pt x="965" y="579"/>
                </a:lnTo>
                <a:lnTo>
                  <a:pt x="963" y="554"/>
                </a:lnTo>
                <a:lnTo>
                  <a:pt x="956" y="529"/>
                </a:lnTo>
                <a:lnTo>
                  <a:pt x="943" y="507"/>
                </a:lnTo>
                <a:lnTo>
                  <a:pt x="928" y="488"/>
                </a:lnTo>
                <a:lnTo>
                  <a:pt x="909" y="473"/>
                </a:lnTo>
                <a:lnTo>
                  <a:pt x="887" y="461"/>
                </a:lnTo>
                <a:lnTo>
                  <a:pt x="862" y="454"/>
                </a:lnTo>
                <a:lnTo>
                  <a:pt x="837" y="451"/>
                </a:lnTo>
                <a:close/>
                <a:moveTo>
                  <a:pt x="3154" y="129"/>
                </a:moveTo>
                <a:lnTo>
                  <a:pt x="3112" y="132"/>
                </a:lnTo>
                <a:lnTo>
                  <a:pt x="3072" y="142"/>
                </a:lnTo>
                <a:lnTo>
                  <a:pt x="3036" y="158"/>
                </a:lnTo>
                <a:lnTo>
                  <a:pt x="3001" y="178"/>
                </a:lnTo>
                <a:lnTo>
                  <a:pt x="2971" y="204"/>
                </a:lnTo>
                <a:lnTo>
                  <a:pt x="2946" y="234"/>
                </a:lnTo>
                <a:lnTo>
                  <a:pt x="2925" y="268"/>
                </a:lnTo>
                <a:lnTo>
                  <a:pt x="2909" y="305"/>
                </a:lnTo>
                <a:lnTo>
                  <a:pt x="2900" y="344"/>
                </a:lnTo>
                <a:lnTo>
                  <a:pt x="2896" y="386"/>
                </a:lnTo>
                <a:lnTo>
                  <a:pt x="2900" y="428"/>
                </a:lnTo>
                <a:lnTo>
                  <a:pt x="2909" y="468"/>
                </a:lnTo>
                <a:lnTo>
                  <a:pt x="2925" y="504"/>
                </a:lnTo>
                <a:lnTo>
                  <a:pt x="2946" y="539"/>
                </a:lnTo>
                <a:lnTo>
                  <a:pt x="2971" y="569"/>
                </a:lnTo>
                <a:lnTo>
                  <a:pt x="3001" y="594"/>
                </a:lnTo>
                <a:lnTo>
                  <a:pt x="3036" y="615"/>
                </a:lnTo>
                <a:lnTo>
                  <a:pt x="3072" y="631"/>
                </a:lnTo>
                <a:lnTo>
                  <a:pt x="3112" y="640"/>
                </a:lnTo>
                <a:lnTo>
                  <a:pt x="3154" y="644"/>
                </a:lnTo>
                <a:lnTo>
                  <a:pt x="3196" y="640"/>
                </a:lnTo>
                <a:lnTo>
                  <a:pt x="3235" y="631"/>
                </a:lnTo>
                <a:lnTo>
                  <a:pt x="3272" y="615"/>
                </a:lnTo>
                <a:lnTo>
                  <a:pt x="3306" y="594"/>
                </a:lnTo>
                <a:lnTo>
                  <a:pt x="3336" y="569"/>
                </a:lnTo>
                <a:lnTo>
                  <a:pt x="3362" y="539"/>
                </a:lnTo>
                <a:lnTo>
                  <a:pt x="3382" y="504"/>
                </a:lnTo>
                <a:lnTo>
                  <a:pt x="3398" y="468"/>
                </a:lnTo>
                <a:lnTo>
                  <a:pt x="3408" y="428"/>
                </a:lnTo>
                <a:lnTo>
                  <a:pt x="3411" y="386"/>
                </a:lnTo>
                <a:lnTo>
                  <a:pt x="3408" y="344"/>
                </a:lnTo>
                <a:lnTo>
                  <a:pt x="3398" y="305"/>
                </a:lnTo>
                <a:lnTo>
                  <a:pt x="3382" y="268"/>
                </a:lnTo>
                <a:lnTo>
                  <a:pt x="3362" y="234"/>
                </a:lnTo>
                <a:lnTo>
                  <a:pt x="3336" y="204"/>
                </a:lnTo>
                <a:lnTo>
                  <a:pt x="3306" y="178"/>
                </a:lnTo>
                <a:lnTo>
                  <a:pt x="3272" y="158"/>
                </a:lnTo>
                <a:lnTo>
                  <a:pt x="3235" y="142"/>
                </a:lnTo>
                <a:lnTo>
                  <a:pt x="3196" y="132"/>
                </a:lnTo>
                <a:lnTo>
                  <a:pt x="3154" y="129"/>
                </a:lnTo>
                <a:close/>
                <a:moveTo>
                  <a:pt x="3154" y="0"/>
                </a:moveTo>
                <a:lnTo>
                  <a:pt x="3202" y="3"/>
                </a:lnTo>
                <a:lnTo>
                  <a:pt x="3249" y="12"/>
                </a:lnTo>
                <a:lnTo>
                  <a:pt x="3293" y="26"/>
                </a:lnTo>
                <a:lnTo>
                  <a:pt x="3335" y="45"/>
                </a:lnTo>
                <a:lnTo>
                  <a:pt x="3375" y="70"/>
                </a:lnTo>
                <a:lnTo>
                  <a:pt x="3410" y="98"/>
                </a:lnTo>
                <a:lnTo>
                  <a:pt x="3442" y="130"/>
                </a:lnTo>
                <a:lnTo>
                  <a:pt x="3470" y="165"/>
                </a:lnTo>
                <a:lnTo>
                  <a:pt x="3495" y="205"/>
                </a:lnTo>
                <a:lnTo>
                  <a:pt x="3514" y="247"/>
                </a:lnTo>
                <a:lnTo>
                  <a:pt x="3528" y="291"/>
                </a:lnTo>
                <a:lnTo>
                  <a:pt x="3537" y="338"/>
                </a:lnTo>
                <a:lnTo>
                  <a:pt x="3540" y="386"/>
                </a:lnTo>
                <a:lnTo>
                  <a:pt x="3537" y="434"/>
                </a:lnTo>
                <a:lnTo>
                  <a:pt x="3528" y="482"/>
                </a:lnTo>
                <a:lnTo>
                  <a:pt x="3514" y="526"/>
                </a:lnTo>
                <a:lnTo>
                  <a:pt x="3495" y="567"/>
                </a:lnTo>
                <a:lnTo>
                  <a:pt x="3470" y="607"/>
                </a:lnTo>
                <a:lnTo>
                  <a:pt x="3442" y="643"/>
                </a:lnTo>
                <a:lnTo>
                  <a:pt x="3410" y="675"/>
                </a:lnTo>
                <a:lnTo>
                  <a:pt x="3375" y="703"/>
                </a:lnTo>
                <a:lnTo>
                  <a:pt x="3335" y="727"/>
                </a:lnTo>
                <a:lnTo>
                  <a:pt x="3293" y="747"/>
                </a:lnTo>
                <a:lnTo>
                  <a:pt x="3249" y="761"/>
                </a:lnTo>
                <a:lnTo>
                  <a:pt x="3202" y="769"/>
                </a:lnTo>
                <a:lnTo>
                  <a:pt x="3154" y="772"/>
                </a:lnTo>
                <a:lnTo>
                  <a:pt x="3104" y="769"/>
                </a:lnTo>
                <a:lnTo>
                  <a:pt x="3057" y="761"/>
                </a:lnTo>
                <a:lnTo>
                  <a:pt x="3012" y="746"/>
                </a:lnTo>
                <a:lnTo>
                  <a:pt x="2970" y="725"/>
                </a:lnTo>
                <a:lnTo>
                  <a:pt x="2931" y="700"/>
                </a:lnTo>
                <a:lnTo>
                  <a:pt x="2895" y="672"/>
                </a:lnTo>
                <a:lnTo>
                  <a:pt x="2273" y="1294"/>
                </a:lnTo>
                <a:lnTo>
                  <a:pt x="2304" y="1340"/>
                </a:lnTo>
                <a:lnTo>
                  <a:pt x="2331" y="1388"/>
                </a:lnTo>
                <a:lnTo>
                  <a:pt x="2352" y="1440"/>
                </a:lnTo>
                <a:lnTo>
                  <a:pt x="2369" y="1494"/>
                </a:lnTo>
                <a:lnTo>
                  <a:pt x="2378" y="1550"/>
                </a:lnTo>
                <a:lnTo>
                  <a:pt x="2381" y="1609"/>
                </a:lnTo>
                <a:lnTo>
                  <a:pt x="2378" y="1668"/>
                </a:lnTo>
                <a:lnTo>
                  <a:pt x="2369" y="1724"/>
                </a:lnTo>
                <a:lnTo>
                  <a:pt x="2352" y="1779"/>
                </a:lnTo>
                <a:lnTo>
                  <a:pt x="2331" y="1830"/>
                </a:lnTo>
                <a:lnTo>
                  <a:pt x="2304" y="1878"/>
                </a:lnTo>
                <a:lnTo>
                  <a:pt x="2273" y="1924"/>
                </a:lnTo>
                <a:lnTo>
                  <a:pt x="2767" y="2418"/>
                </a:lnTo>
                <a:lnTo>
                  <a:pt x="2797" y="2403"/>
                </a:lnTo>
                <a:lnTo>
                  <a:pt x="2828" y="2391"/>
                </a:lnTo>
                <a:lnTo>
                  <a:pt x="2861" y="2384"/>
                </a:lnTo>
                <a:lnTo>
                  <a:pt x="2896" y="2381"/>
                </a:lnTo>
                <a:lnTo>
                  <a:pt x="2938" y="2385"/>
                </a:lnTo>
                <a:lnTo>
                  <a:pt x="2978" y="2394"/>
                </a:lnTo>
                <a:lnTo>
                  <a:pt x="3014" y="2410"/>
                </a:lnTo>
                <a:lnTo>
                  <a:pt x="3049" y="2431"/>
                </a:lnTo>
                <a:lnTo>
                  <a:pt x="3079" y="2457"/>
                </a:lnTo>
                <a:lnTo>
                  <a:pt x="3104" y="2487"/>
                </a:lnTo>
                <a:lnTo>
                  <a:pt x="3125" y="2521"/>
                </a:lnTo>
                <a:lnTo>
                  <a:pt x="3141" y="2557"/>
                </a:lnTo>
                <a:lnTo>
                  <a:pt x="3151" y="2597"/>
                </a:lnTo>
                <a:lnTo>
                  <a:pt x="3154" y="2639"/>
                </a:lnTo>
                <a:lnTo>
                  <a:pt x="3151" y="2681"/>
                </a:lnTo>
                <a:lnTo>
                  <a:pt x="3141" y="2720"/>
                </a:lnTo>
                <a:lnTo>
                  <a:pt x="3125" y="2757"/>
                </a:lnTo>
                <a:lnTo>
                  <a:pt x="3104" y="2791"/>
                </a:lnTo>
                <a:lnTo>
                  <a:pt x="3079" y="2821"/>
                </a:lnTo>
                <a:lnTo>
                  <a:pt x="3049" y="2847"/>
                </a:lnTo>
                <a:lnTo>
                  <a:pt x="3014" y="2867"/>
                </a:lnTo>
                <a:lnTo>
                  <a:pt x="2978" y="2883"/>
                </a:lnTo>
                <a:lnTo>
                  <a:pt x="2938" y="2893"/>
                </a:lnTo>
                <a:lnTo>
                  <a:pt x="2896" y="2896"/>
                </a:lnTo>
                <a:lnTo>
                  <a:pt x="2855" y="2893"/>
                </a:lnTo>
                <a:lnTo>
                  <a:pt x="2815" y="2883"/>
                </a:lnTo>
                <a:lnTo>
                  <a:pt x="2778" y="2867"/>
                </a:lnTo>
                <a:lnTo>
                  <a:pt x="2744" y="2847"/>
                </a:lnTo>
                <a:lnTo>
                  <a:pt x="2714" y="2821"/>
                </a:lnTo>
                <a:lnTo>
                  <a:pt x="2688" y="2791"/>
                </a:lnTo>
                <a:lnTo>
                  <a:pt x="2668" y="2757"/>
                </a:lnTo>
                <a:lnTo>
                  <a:pt x="2652" y="2720"/>
                </a:lnTo>
                <a:lnTo>
                  <a:pt x="2642" y="2681"/>
                </a:lnTo>
                <a:lnTo>
                  <a:pt x="2639" y="2639"/>
                </a:lnTo>
                <a:lnTo>
                  <a:pt x="2641" y="2604"/>
                </a:lnTo>
                <a:lnTo>
                  <a:pt x="2649" y="2570"/>
                </a:lnTo>
                <a:lnTo>
                  <a:pt x="2660" y="2539"/>
                </a:lnTo>
                <a:lnTo>
                  <a:pt x="2675" y="2509"/>
                </a:lnTo>
                <a:lnTo>
                  <a:pt x="2182" y="2016"/>
                </a:lnTo>
                <a:lnTo>
                  <a:pt x="2138" y="2046"/>
                </a:lnTo>
                <a:lnTo>
                  <a:pt x="2090" y="2073"/>
                </a:lnTo>
                <a:lnTo>
                  <a:pt x="2039" y="2094"/>
                </a:lnTo>
                <a:lnTo>
                  <a:pt x="1987" y="2109"/>
                </a:lnTo>
                <a:lnTo>
                  <a:pt x="1931" y="2120"/>
                </a:lnTo>
                <a:lnTo>
                  <a:pt x="1931" y="2773"/>
                </a:lnTo>
                <a:lnTo>
                  <a:pt x="1979" y="2785"/>
                </a:lnTo>
                <a:lnTo>
                  <a:pt x="2025" y="2802"/>
                </a:lnTo>
                <a:lnTo>
                  <a:pt x="2068" y="2826"/>
                </a:lnTo>
                <a:lnTo>
                  <a:pt x="2108" y="2853"/>
                </a:lnTo>
                <a:lnTo>
                  <a:pt x="2144" y="2886"/>
                </a:lnTo>
                <a:lnTo>
                  <a:pt x="2175" y="2922"/>
                </a:lnTo>
                <a:lnTo>
                  <a:pt x="2202" y="2963"/>
                </a:lnTo>
                <a:lnTo>
                  <a:pt x="2224" y="3007"/>
                </a:lnTo>
                <a:lnTo>
                  <a:pt x="2240" y="3053"/>
                </a:lnTo>
                <a:lnTo>
                  <a:pt x="2250" y="3102"/>
                </a:lnTo>
                <a:lnTo>
                  <a:pt x="2253" y="3154"/>
                </a:lnTo>
                <a:lnTo>
                  <a:pt x="2250" y="3202"/>
                </a:lnTo>
                <a:lnTo>
                  <a:pt x="2241" y="3249"/>
                </a:lnTo>
                <a:lnTo>
                  <a:pt x="2227" y="3293"/>
                </a:lnTo>
                <a:lnTo>
                  <a:pt x="2208" y="3335"/>
                </a:lnTo>
                <a:lnTo>
                  <a:pt x="2183" y="3375"/>
                </a:lnTo>
                <a:lnTo>
                  <a:pt x="2155" y="3410"/>
                </a:lnTo>
                <a:lnTo>
                  <a:pt x="2123" y="3442"/>
                </a:lnTo>
                <a:lnTo>
                  <a:pt x="2088" y="3470"/>
                </a:lnTo>
                <a:lnTo>
                  <a:pt x="2048" y="3495"/>
                </a:lnTo>
                <a:lnTo>
                  <a:pt x="2006" y="3514"/>
                </a:lnTo>
                <a:lnTo>
                  <a:pt x="1962" y="3528"/>
                </a:lnTo>
                <a:lnTo>
                  <a:pt x="1915" y="3537"/>
                </a:lnTo>
                <a:lnTo>
                  <a:pt x="1867" y="3540"/>
                </a:lnTo>
                <a:lnTo>
                  <a:pt x="1818" y="3537"/>
                </a:lnTo>
                <a:lnTo>
                  <a:pt x="1771" y="3528"/>
                </a:lnTo>
                <a:lnTo>
                  <a:pt x="1727" y="3514"/>
                </a:lnTo>
                <a:lnTo>
                  <a:pt x="1685" y="3495"/>
                </a:lnTo>
                <a:lnTo>
                  <a:pt x="1647" y="3470"/>
                </a:lnTo>
                <a:lnTo>
                  <a:pt x="1610" y="3442"/>
                </a:lnTo>
                <a:lnTo>
                  <a:pt x="1578" y="3410"/>
                </a:lnTo>
                <a:lnTo>
                  <a:pt x="1550" y="3375"/>
                </a:lnTo>
                <a:lnTo>
                  <a:pt x="1525" y="3335"/>
                </a:lnTo>
                <a:lnTo>
                  <a:pt x="1506" y="3293"/>
                </a:lnTo>
                <a:lnTo>
                  <a:pt x="1492" y="3249"/>
                </a:lnTo>
                <a:lnTo>
                  <a:pt x="1484" y="3202"/>
                </a:lnTo>
                <a:lnTo>
                  <a:pt x="1480" y="3154"/>
                </a:lnTo>
                <a:lnTo>
                  <a:pt x="1484" y="3102"/>
                </a:lnTo>
                <a:lnTo>
                  <a:pt x="1493" y="3053"/>
                </a:lnTo>
                <a:lnTo>
                  <a:pt x="1509" y="3007"/>
                </a:lnTo>
                <a:lnTo>
                  <a:pt x="1531" y="2963"/>
                </a:lnTo>
                <a:lnTo>
                  <a:pt x="1558" y="2922"/>
                </a:lnTo>
                <a:lnTo>
                  <a:pt x="1590" y="2886"/>
                </a:lnTo>
                <a:lnTo>
                  <a:pt x="1625" y="2853"/>
                </a:lnTo>
                <a:lnTo>
                  <a:pt x="1665" y="2826"/>
                </a:lnTo>
                <a:lnTo>
                  <a:pt x="1708" y="2802"/>
                </a:lnTo>
                <a:lnTo>
                  <a:pt x="1754" y="2785"/>
                </a:lnTo>
                <a:lnTo>
                  <a:pt x="1802" y="2773"/>
                </a:lnTo>
                <a:lnTo>
                  <a:pt x="1802" y="2120"/>
                </a:lnTo>
                <a:lnTo>
                  <a:pt x="1747" y="2109"/>
                </a:lnTo>
                <a:lnTo>
                  <a:pt x="1694" y="2094"/>
                </a:lnTo>
                <a:lnTo>
                  <a:pt x="1643" y="2073"/>
                </a:lnTo>
                <a:lnTo>
                  <a:pt x="1596" y="2046"/>
                </a:lnTo>
                <a:lnTo>
                  <a:pt x="1551" y="2016"/>
                </a:lnTo>
                <a:lnTo>
                  <a:pt x="726" y="2841"/>
                </a:lnTo>
                <a:lnTo>
                  <a:pt x="746" y="2883"/>
                </a:lnTo>
                <a:lnTo>
                  <a:pt x="761" y="2929"/>
                </a:lnTo>
                <a:lnTo>
                  <a:pt x="769" y="2976"/>
                </a:lnTo>
                <a:lnTo>
                  <a:pt x="772" y="3025"/>
                </a:lnTo>
                <a:lnTo>
                  <a:pt x="769" y="3073"/>
                </a:lnTo>
                <a:lnTo>
                  <a:pt x="761" y="3121"/>
                </a:lnTo>
                <a:lnTo>
                  <a:pt x="747" y="3165"/>
                </a:lnTo>
                <a:lnTo>
                  <a:pt x="727" y="3206"/>
                </a:lnTo>
                <a:lnTo>
                  <a:pt x="703" y="3245"/>
                </a:lnTo>
                <a:lnTo>
                  <a:pt x="675" y="3281"/>
                </a:lnTo>
                <a:lnTo>
                  <a:pt x="643" y="3314"/>
                </a:lnTo>
                <a:lnTo>
                  <a:pt x="607" y="3342"/>
                </a:lnTo>
                <a:lnTo>
                  <a:pt x="567" y="3366"/>
                </a:lnTo>
                <a:lnTo>
                  <a:pt x="526" y="3386"/>
                </a:lnTo>
                <a:lnTo>
                  <a:pt x="482" y="3399"/>
                </a:lnTo>
                <a:lnTo>
                  <a:pt x="434" y="3408"/>
                </a:lnTo>
                <a:lnTo>
                  <a:pt x="386" y="3411"/>
                </a:lnTo>
                <a:lnTo>
                  <a:pt x="338" y="3408"/>
                </a:lnTo>
                <a:lnTo>
                  <a:pt x="291" y="3399"/>
                </a:lnTo>
                <a:lnTo>
                  <a:pt x="247" y="3386"/>
                </a:lnTo>
                <a:lnTo>
                  <a:pt x="205" y="3366"/>
                </a:lnTo>
                <a:lnTo>
                  <a:pt x="165" y="3342"/>
                </a:lnTo>
                <a:lnTo>
                  <a:pt x="130" y="3314"/>
                </a:lnTo>
                <a:lnTo>
                  <a:pt x="98" y="3281"/>
                </a:lnTo>
                <a:lnTo>
                  <a:pt x="70" y="3245"/>
                </a:lnTo>
                <a:lnTo>
                  <a:pt x="45" y="3206"/>
                </a:lnTo>
                <a:lnTo>
                  <a:pt x="26" y="3165"/>
                </a:lnTo>
                <a:lnTo>
                  <a:pt x="12" y="3121"/>
                </a:lnTo>
                <a:lnTo>
                  <a:pt x="3" y="3073"/>
                </a:lnTo>
                <a:lnTo>
                  <a:pt x="0" y="3025"/>
                </a:lnTo>
                <a:lnTo>
                  <a:pt x="3" y="2977"/>
                </a:lnTo>
                <a:lnTo>
                  <a:pt x="12" y="2931"/>
                </a:lnTo>
                <a:lnTo>
                  <a:pt x="26" y="2886"/>
                </a:lnTo>
                <a:lnTo>
                  <a:pt x="45" y="2844"/>
                </a:lnTo>
                <a:lnTo>
                  <a:pt x="70" y="2805"/>
                </a:lnTo>
                <a:lnTo>
                  <a:pt x="98" y="2769"/>
                </a:lnTo>
                <a:lnTo>
                  <a:pt x="130" y="2737"/>
                </a:lnTo>
                <a:lnTo>
                  <a:pt x="165" y="2709"/>
                </a:lnTo>
                <a:lnTo>
                  <a:pt x="205" y="2684"/>
                </a:lnTo>
                <a:lnTo>
                  <a:pt x="247" y="2665"/>
                </a:lnTo>
                <a:lnTo>
                  <a:pt x="291" y="2651"/>
                </a:lnTo>
                <a:lnTo>
                  <a:pt x="338" y="2642"/>
                </a:lnTo>
                <a:lnTo>
                  <a:pt x="386" y="2639"/>
                </a:lnTo>
                <a:lnTo>
                  <a:pt x="436" y="2642"/>
                </a:lnTo>
                <a:lnTo>
                  <a:pt x="483" y="2651"/>
                </a:lnTo>
                <a:lnTo>
                  <a:pt x="528" y="2666"/>
                </a:lnTo>
                <a:lnTo>
                  <a:pt x="570" y="2686"/>
                </a:lnTo>
                <a:lnTo>
                  <a:pt x="609" y="2711"/>
                </a:lnTo>
                <a:lnTo>
                  <a:pt x="646" y="2740"/>
                </a:lnTo>
                <a:lnTo>
                  <a:pt x="1460" y="1924"/>
                </a:lnTo>
                <a:lnTo>
                  <a:pt x="1429" y="1878"/>
                </a:lnTo>
                <a:lnTo>
                  <a:pt x="1402" y="1830"/>
                </a:lnTo>
                <a:lnTo>
                  <a:pt x="1381" y="1779"/>
                </a:lnTo>
                <a:lnTo>
                  <a:pt x="1365" y="1724"/>
                </a:lnTo>
                <a:lnTo>
                  <a:pt x="1355" y="1668"/>
                </a:lnTo>
                <a:lnTo>
                  <a:pt x="1352" y="1609"/>
                </a:lnTo>
                <a:lnTo>
                  <a:pt x="1355" y="1550"/>
                </a:lnTo>
                <a:lnTo>
                  <a:pt x="1365" y="1494"/>
                </a:lnTo>
                <a:lnTo>
                  <a:pt x="1381" y="1440"/>
                </a:lnTo>
                <a:lnTo>
                  <a:pt x="1402" y="1388"/>
                </a:lnTo>
                <a:lnTo>
                  <a:pt x="1429" y="1340"/>
                </a:lnTo>
                <a:lnTo>
                  <a:pt x="1460" y="1294"/>
                </a:lnTo>
                <a:lnTo>
                  <a:pt x="967" y="800"/>
                </a:lnTo>
                <a:lnTo>
                  <a:pt x="936" y="815"/>
                </a:lnTo>
                <a:lnTo>
                  <a:pt x="905" y="827"/>
                </a:lnTo>
                <a:lnTo>
                  <a:pt x="872" y="835"/>
                </a:lnTo>
                <a:lnTo>
                  <a:pt x="837" y="837"/>
                </a:lnTo>
                <a:lnTo>
                  <a:pt x="795" y="834"/>
                </a:lnTo>
                <a:lnTo>
                  <a:pt x="755" y="824"/>
                </a:lnTo>
                <a:lnTo>
                  <a:pt x="719" y="808"/>
                </a:lnTo>
                <a:lnTo>
                  <a:pt x="684" y="787"/>
                </a:lnTo>
                <a:lnTo>
                  <a:pt x="654" y="762"/>
                </a:lnTo>
                <a:lnTo>
                  <a:pt x="629" y="732"/>
                </a:lnTo>
                <a:lnTo>
                  <a:pt x="608" y="697"/>
                </a:lnTo>
                <a:lnTo>
                  <a:pt x="592" y="661"/>
                </a:lnTo>
                <a:lnTo>
                  <a:pt x="582" y="621"/>
                </a:lnTo>
                <a:lnTo>
                  <a:pt x="579" y="579"/>
                </a:lnTo>
                <a:lnTo>
                  <a:pt x="582" y="537"/>
                </a:lnTo>
                <a:lnTo>
                  <a:pt x="592" y="498"/>
                </a:lnTo>
                <a:lnTo>
                  <a:pt x="608" y="461"/>
                </a:lnTo>
                <a:lnTo>
                  <a:pt x="629" y="427"/>
                </a:lnTo>
                <a:lnTo>
                  <a:pt x="654" y="397"/>
                </a:lnTo>
                <a:lnTo>
                  <a:pt x="684" y="371"/>
                </a:lnTo>
                <a:lnTo>
                  <a:pt x="719" y="351"/>
                </a:lnTo>
                <a:lnTo>
                  <a:pt x="755" y="335"/>
                </a:lnTo>
                <a:lnTo>
                  <a:pt x="795" y="325"/>
                </a:lnTo>
                <a:lnTo>
                  <a:pt x="837" y="322"/>
                </a:lnTo>
                <a:lnTo>
                  <a:pt x="879" y="325"/>
                </a:lnTo>
                <a:lnTo>
                  <a:pt x="918" y="335"/>
                </a:lnTo>
                <a:lnTo>
                  <a:pt x="955" y="351"/>
                </a:lnTo>
                <a:lnTo>
                  <a:pt x="989" y="371"/>
                </a:lnTo>
                <a:lnTo>
                  <a:pt x="1019" y="397"/>
                </a:lnTo>
                <a:lnTo>
                  <a:pt x="1045" y="427"/>
                </a:lnTo>
                <a:lnTo>
                  <a:pt x="1065" y="461"/>
                </a:lnTo>
                <a:lnTo>
                  <a:pt x="1081" y="498"/>
                </a:lnTo>
                <a:lnTo>
                  <a:pt x="1091" y="537"/>
                </a:lnTo>
                <a:lnTo>
                  <a:pt x="1094" y="579"/>
                </a:lnTo>
                <a:lnTo>
                  <a:pt x="1092" y="615"/>
                </a:lnTo>
                <a:lnTo>
                  <a:pt x="1085" y="648"/>
                </a:lnTo>
                <a:lnTo>
                  <a:pt x="1073" y="679"/>
                </a:lnTo>
                <a:lnTo>
                  <a:pt x="1058" y="709"/>
                </a:lnTo>
                <a:lnTo>
                  <a:pt x="1551" y="1203"/>
                </a:lnTo>
                <a:lnTo>
                  <a:pt x="1596" y="1171"/>
                </a:lnTo>
                <a:lnTo>
                  <a:pt x="1646" y="1145"/>
                </a:lnTo>
                <a:lnTo>
                  <a:pt x="1697" y="1123"/>
                </a:lnTo>
                <a:lnTo>
                  <a:pt x="1752" y="1107"/>
                </a:lnTo>
                <a:lnTo>
                  <a:pt x="1808" y="1097"/>
                </a:lnTo>
                <a:lnTo>
                  <a:pt x="1867" y="1094"/>
                </a:lnTo>
                <a:lnTo>
                  <a:pt x="1926" y="1097"/>
                </a:lnTo>
                <a:lnTo>
                  <a:pt x="1981" y="1107"/>
                </a:lnTo>
                <a:lnTo>
                  <a:pt x="2036" y="1123"/>
                </a:lnTo>
                <a:lnTo>
                  <a:pt x="2088" y="1145"/>
                </a:lnTo>
                <a:lnTo>
                  <a:pt x="2137" y="1171"/>
                </a:lnTo>
                <a:lnTo>
                  <a:pt x="2182" y="1203"/>
                </a:lnTo>
                <a:lnTo>
                  <a:pt x="2815" y="571"/>
                </a:lnTo>
                <a:lnTo>
                  <a:pt x="2794" y="528"/>
                </a:lnTo>
                <a:lnTo>
                  <a:pt x="2779" y="483"/>
                </a:lnTo>
                <a:lnTo>
                  <a:pt x="2771" y="436"/>
                </a:lnTo>
                <a:lnTo>
                  <a:pt x="2768" y="386"/>
                </a:lnTo>
                <a:lnTo>
                  <a:pt x="2771" y="338"/>
                </a:lnTo>
                <a:lnTo>
                  <a:pt x="2779" y="291"/>
                </a:lnTo>
                <a:lnTo>
                  <a:pt x="2793" y="247"/>
                </a:lnTo>
                <a:lnTo>
                  <a:pt x="2813" y="205"/>
                </a:lnTo>
                <a:lnTo>
                  <a:pt x="2837" y="165"/>
                </a:lnTo>
                <a:lnTo>
                  <a:pt x="2865" y="130"/>
                </a:lnTo>
                <a:lnTo>
                  <a:pt x="2897" y="98"/>
                </a:lnTo>
                <a:lnTo>
                  <a:pt x="2933" y="70"/>
                </a:lnTo>
                <a:lnTo>
                  <a:pt x="2973" y="45"/>
                </a:lnTo>
                <a:lnTo>
                  <a:pt x="3014" y="26"/>
                </a:lnTo>
                <a:lnTo>
                  <a:pt x="3058" y="12"/>
                </a:lnTo>
                <a:lnTo>
                  <a:pt x="3106" y="3"/>
                </a:lnTo>
                <a:lnTo>
                  <a:pt x="3154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7089802" y="3899439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편의성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83389" y="4745259"/>
            <a:ext cx="6206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실용성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89801" y="5591079"/>
            <a:ext cx="6078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디자인</a:t>
            </a:r>
            <a:endParaRPr lang="ko-KR" altLang="en-US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6583775" y="4262001"/>
            <a:ext cx="1355180" cy="140352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직사각형 117"/>
          <p:cNvSpPr/>
          <p:nvPr/>
        </p:nvSpPr>
        <p:spPr>
          <a:xfrm>
            <a:off x="6586875" y="5087661"/>
            <a:ext cx="1117198" cy="19681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2" name="그룹 61"/>
          <p:cNvGrpSpPr/>
          <p:nvPr/>
        </p:nvGrpSpPr>
        <p:grpSpPr>
          <a:xfrm>
            <a:off x="9797058" y="2801577"/>
            <a:ext cx="416365" cy="416365"/>
            <a:chOff x="2937031" y="575472"/>
            <a:chExt cx="609600" cy="6096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3" name="Freeform 57"/>
            <p:cNvSpPr>
              <a:spLocks noEditPoints="1"/>
            </p:cNvSpPr>
            <p:nvPr/>
          </p:nvSpPr>
          <p:spPr bwMode="auto">
            <a:xfrm>
              <a:off x="3160869" y="718347"/>
              <a:ext cx="242888" cy="323850"/>
            </a:xfrm>
            <a:custGeom>
              <a:avLst/>
              <a:gdLst>
                <a:gd name="T0" fmla="*/ 115 w 1383"/>
                <a:gd name="T1" fmla="*/ 167 h 1844"/>
                <a:gd name="T2" fmla="*/ 115 w 1383"/>
                <a:gd name="T3" fmla="*/ 1677 h 1844"/>
                <a:gd name="T4" fmla="*/ 1222 w 1383"/>
                <a:gd name="T5" fmla="*/ 922 h 1844"/>
                <a:gd name="T6" fmla="*/ 115 w 1383"/>
                <a:gd name="T7" fmla="*/ 167 h 1844"/>
                <a:gd name="T8" fmla="*/ 61 w 1383"/>
                <a:gd name="T9" fmla="*/ 0 h 1844"/>
                <a:gd name="T10" fmla="*/ 77 w 1383"/>
                <a:gd name="T11" fmla="*/ 4 h 1844"/>
                <a:gd name="T12" fmla="*/ 90 w 1383"/>
                <a:gd name="T13" fmla="*/ 11 h 1844"/>
                <a:gd name="T14" fmla="*/ 1357 w 1383"/>
                <a:gd name="T15" fmla="*/ 875 h 1844"/>
                <a:gd name="T16" fmla="*/ 1368 w 1383"/>
                <a:gd name="T17" fmla="*/ 883 h 1844"/>
                <a:gd name="T18" fmla="*/ 1376 w 1383"/>
                <a:gd name="T19" fmla="*/ 895 h 1844"/>
                <a:gd name="T20" fmla="*/ 1381 w 1383"/>
                <a:gd name="T21" fmla="*/ 908 h 1844"/>
                <a:gd name="T22" fmla="*/ 1383 w 1383"/>
                <a:gd name="T23" fmla="*/ 922 h 1844"/>
                <a:gd name="T24" fmla="*/ 1381 w 1383"/>
                <a:gd name="T25" fmla="*/ 936 h 1844"/>
                <a:gd name="T26" fmla="*/ 1376 w 1383"/>
                <a:gd name="T27" fmla="*/ 949 h 1844"/>
                <a:gd name="T28" fmla="*/ 1368 w 1383"/>
                <a:gd name="T29" fmla="*/ 961 h 1844"/>
                <a:gd name="T30" fmla="*/ 1357 w 1383"/>
                <a:gd name="T31" fmla="*/ 969 h 1844"/>
                <a:gd name="T32" fmla="*/ 90 w 1383"/>
                <a:gd name="T33" fmla="*/ 1833 h 1844"/>
                <a:gd name="T34" fmla="*/ 75 w 1383"/>
                <a:gd name="T35" fmla="*/ 1842 h 1844"/>
                <a:gd name="T36" fmla="*/ 58 w 1383"/>
                <a:gd name="T37" fmla="*/ 1844 h 1844"/>
                <a:gd name="T38" fmla="*/ 44 w 1383"/>
                <a:gd name="T39" fmla="*/ 1842 h 1844"/>
                <a:gd name="T40" fmla="*/ 31 w 1383"/>
                <a:gd name="T41" fmla="*/ 1837 h 1844"/>
                <a:gd name="T42" fmla="*/ 18 w 1383"/>
                <a:gd name="T43" fmla="*/ 1828 h 1844"/>
                <a:gd name="T44" fmla="*/ 9 w 1383"/>
                <a:gd name="T45" fmla="*/ 1815 h 1844"/>
                <a:gd name="T46" fmla="*/ 2 w 1383"/>
                <a:gd name="T47" fmla="*/ 1802 h 1844"/>
                <a:gd name="T48" fmla="*/ 0 w 1383"/>
                <a:gd name="T49" fmla="*/ 1786 h 1844"/>
                <a:gd name="T50" fmla="*/ 0 w 1383"/>
                <a:gd name="T51" fmla="*/ 58 h 1844"/>
                <a:gd name="T52" fmla="*/ 2 w 1383"/>
                <a:gd name="T53" fmla="*/ 42 h 1844"/>
                <a:gd name="T54" fmla="*/ 9 w 1383"/>
                <a:gd name="T55" fmla="*/ 29 h 1844"/>
                <a:gd name="T56" fmla="*/ 18 w 1383"/>
                <a:gd name="T57" fmla="*/ 16 h 1844"/>
                <a:gd name="T58" fmla="*/ 31 w 1383"/>
                <a:gd name="T59" fmla="*/ 7 h 1844"/>
                <a:gd name="T60" fmla="*/ 45 w 1383"/>
                <a:gd name="T61" fmla="*/ 1 h 1844"/>
                <a:gd name="T62" fmla="*/ 61 w 1383"/>
                <a:gd name="T63" fmla="*/ 0 h 1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83" h="1844">
                  <a:moveTo>
                    <a:pt x="115" y="167"/>
                  </a:moveTo>
                  <a:lnTo>
                    <a:pt x="115" y="1677"/>
                  </a:lnTo>
                  <a:lnTo>
                    <a:pt x="1222" y="922"/>
                  </a:lnTo>
                  <a:lnTo>
                    <a:pt x="115" y="167"/>
                  </a:lnTo>
                  <a:close/>
                  <a:moveTo>
                    <a:pt x="61" y="0"/>
                  </a:moveTo>
                  <a:lnTo>
                    <a:pt x="77" y="4"/>
                  </a:lnTo>
                  <a:lnTo>
                    <a:pt x="90" y="11"/>
                  </a:lnTo>
                  <a:lnTo>
                    <a:pt x="1357" y="875"/>
                  </a:lnTo>
                  <a:lnTo>
                    <a:pt x="1368" y="883"/>
                  </a:lnTo>
                  <a:lnTo>
                    <a:pt x="1376" y="895"/>
                  </a:lnTo>
                  <a:lnTo>
                    <a:pt x="1381" y="908"/>
                  </a:lnTo>
                  <a:lnTo>
                    <a:pt x="1383" y="922"/>
                  </a:lnTo>
                  <a:lnTo>
                    <a:pt x="1381" y="936"/>
                  </a:lnTo>
                  <a:lnTo>
                    <a:pt x="1376" y="949"/>
                  </a:lnTo>
                  <a:lnTo>
                    <a:pt x="1368" y="961"/>
                  </a:lnTo>
                  <a:lnTo>
                    <a:pt x="1357" y="969"/>
                  </a:lnTo>
                  <a:lnTo>
                    <a:pt x="90" y="1833"/>
                  </a:lnTo>
                  <a:lnTo>
                    <a:pt x="75" y="1842"/>
                  </a:lnTo>
                  <a:lnTo>
                    <a:pt x="58" y="1844"/>
                  </a:lnTo>
                  <a:lnTo>
                    <a:pt x="44" y="1842"/>
                  </a:lnTo>
                  <a:lnTo>
                    <a:pt x="31" y="1837"/>
                  </a:lnTo>
                  <a:lnTo>
                    <a:pt x="18" y="1828"/>
                  </a:lnTo>
                  <a:lnTo>
                    <a:pt x="9" y="1815"/>
                  </a:lnTo>
                  <a:lnTo>
                    <a:pt x="2" y="1802"/>
                  </a:lnTo>
                  <a:lnTo>
                    <a:pt x="0" y="1786"/>
                  </a:lnTo>
                  <a:lnTo>
                    <a:pt x="0" y="58"/>
                  </a:lnTo>
                  <a:lnTo>
                    <a:pt x="2" y="42"/>
                  </a:lnTo>
                  <a:lnTo>
                    <a:pt x="9" y="29"/>
                  </a:lnTo>
                  <a:lnTo>
                    <a:pt x="18" y="16"/>
                  </a:lnTo>
                  <a:lnTo>
                    <a:pt x="31" y="7"/>
                  </a:lnTo>
                  <a:lnTo>
                    <a:pt x="45" y="1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" name="Freeform 58"/>
            <p:cNvSpPr>
              <a:spLocks noEditPoints="1"/>
            </p:cNvSpPr>
            <p:nvPr/>
          </p:nvSpPr>
          <p:spPr bwMode="auto">
            <a:xfrm>
              <a:off x="2937031" y="575472"/>
              <a:ext cx="609600" cy="609600"/>
            </a:xfrm>
            <a:custGeom>
              <a:avLst/>
              <a:gdLst>
                <a:gd name="T0" fmla="*/ 1427 w 3456"/>
                <a:gd name="T1" fmla="*/ 143 h 3456"/>
                <a:gd name="T2" fmla="*/ 1057 w 3456"/>
                <a:gd name="T3" fmla="*/ 262 h 3456"/>
                <a:gd name="T4" fmla="*/ 731 w 3456"/>
                <a:gd name="T5" fmla="*/ 462 h 3456"/>
                <a:gd name="T6" fmla="*/ 462 w 3456"/>
                <a:gd name="T7" fmla="*/ 731 h 3456"/>
                <a:gd name="T8" fmla="*/ 262 w 3456"/>
                <a:gd name="T9" fmla="*/ 1057 h 3456"/>
                <a:gd name="T10" fmla="*/ 143 w 3456"/>
                <a:gd name="T11" fmla="*/ 1427 h 3456"/>
                <a:gd name="T12" fmla="*/ 118 w 3456"/>
                <a:gd name="T13" fmla="*/ 1830 h 3456"/>
                <a:gd name="T14" fmla="*/ 192 w 3456"/>
                <a:gd name="T15" fmla="*/ 2219 h 3456"/>
                <a:gd name="T16" fmla="*/ 352 w 3456"/>
                <a:gd name="T17" fmla="*/ 2569 h 3456"/>
                <a:gd name="T18" fmla="*/ 589 w 3456"/>
                <a:gd name="T19" fmla="*/ 2867 h 3456"/>
                <a:gd name="T20" fmla="*/ 887 w 3456"/>
                <a:gd name="T21" fmla="*/ 3104 h 3456"/>
                <a:gd name="T22" fmla="*/ 1237 w 3456"/>
                <a:gd name="T23" fmla="*/ 3264 h 3456"/>
                <a:gd name="T24" fmla="*/ 1626 w 3456"/>
                <a:gd name="T25" fmla="*/ 3338 h 3456"/>
                <a:gd name="T26" fmla="*/ 2029 w 3456"/>
                <a:gd name="T27" fmla="*/ 3313 h 3456"/>
                <a:gd name="T28" fmla="*/ 2399 w 3456"/>
                <a:gd name="T29" fmla="*/ 3194 h 3456"/>
                <a:gd name="T30" fmla="*/ 2725 w 3456"/>
                <a:gd name="T31" fmla="*/ 2994 h 3456"/>
                <a:gd name="T32" fmla="*/ 2994 w 3456"/>
                <a:gd name="T33" fmla="*/ 2725 h 3456"/>
                <a:gd name="T34" fmla="*/ 3194 w 3456"/>
                <a:gd name="T35" fmla="*/ 2399 h 3456"/>
                <a:gd name="T36" fmla="*/ 3313 w 3456"/>
                <a:gd name="T37" fmla="*/ 2029 h 3456"/>
                <a:gd name="T38" fmla="*/ 3338 w 3456"/>
                <a:gd name="T39" fmla="*/ 1626 h 3456"/>
                <a:gd name="T40" fmla="*/ 3264 w 3456"/>
                <a:gd name="T41" fmla="*/ 1237 h 3456"/>
                <a:gd name="T42" fmla="*/ 3104 w 3456"/>
                <a:gd name="T43" fmla="*/ 887 h 3456"/>
                <a:gd name="T44" fmla="*/ 2867 w 3456"/>
                <a:gd name="T45" fmla="*/ 589 h 3456"/>
                <a:gd name="T46" fmla="*/ 2569 w 3456"/>
                <a:gd name="T47" fmla="*/ 352 h 3456"/>
                <a:gd name="T48" fmla="*/ 2219 w 3456"/>
                <a:gd name="T49" fmla="*/ 192 h 3456"/>
                <a:gd name="T50" fmla="*/ 1830 w 3456"/>
                <a:gd name="T51" fmla="*/ 118 h 3456"/>
                <a:gd name="T52" fmla="*/ 1936 w 3456"/>
                <a:gd name="T53" fmla="*/ 13 h 3456"/>
                <a:gd name="T54" fmla="*/ 2330 w 3456"/>
                <a:gd name="T55" fmla="*/ 108 h 3456"/>
                <a:gd name="T56" fmla="*/ 2683 w 3456"/>
                <a:gd name="T57" fmla="*/ 289 h 3456"/>
                <a:gd name="T58" fmla="*/ 2984 w 3456"/>
                <a:gd name="T59" fmla="*/ 541 h 3456"/>
                <a:gd name="T60" fmla="*/ 3219 w 3456"/>
                <a:gd name="T61" fmla="*/ 857 h 3456"/>
                <a:gd name="T62" fmla="*/ 3380 w 3456"/>
                <a:gd name="T63" fmla="*/ 1221 h 3456"/>
                <a:gd name="T64" fmla="*/ 3453 w 3456"/>
                <a:gd name="T65" fmla="*/ 1623 h 3456"/>
                <a:gd name="T66" fmla="*/ 3428 w 3456"/>
                <a:gd name="T67" fmla="*/ 2038 h 3456"/>
                <a:gd name="T68" fmla="*/ 3310 w 3456"/>
                <a:gd name="T69" fmla="*/ 2422 h 3456"/>
                <a:gd name="T70" fmla="*/ 3110 w 3456"/>
                <a:gd name="T71" fmla="*/ 2764 h 3456"/>
                <a:gd name="T72" fmla="*/ 2840 w 3456"/>
                <a:gd name="T73" fmla="*/ 3049 h 3456"/>
                <a:gd name="T74" fmla="*/ 2512 w 3456"/>
                <a:gd name="T75" fmla="*/ 3267 h 3456"/>
                <a:gd name="T76" fmla="*/ 2137 w 3456"/>
                <a:gd name="T77" fmla="*/ 3407 h 3456"/>
                <a:gd name="T78" fmla="*/ 1728 w 3456"/>
                <a:gd name="T79" fmla="*/ 3456 h 3456"/>
                <a:gd name="T80" fmla="*/ 1319 w 3456"/>
                <a:gd name="T81" fmla="*/ 3407 h 3456"/>
                <a:gd name="T82" fmla="*/ 944 w 3456"/>
                <a:gd name="T83" fmla="*/ 3267 h 3456"/>
                <a:gd name="T84" fmla="*/ 616 w 3456"/>
                <a:gd name="T85" fmla="*/ 3049 h 3456"/>
                <a:gd name="T86" fmla="*/ 346 w 3456"/>
                <a:gd name="T87" fmla="*/ 2764 h 3456"/>
                <a:gd name="T88" fmla="*/ 146 w 3456"/>
                <a:gd name="T89" fmla="*/ 2422 h 3456"/>
                <a:gd name="T90" fmla="*/ 28 w 3456"/>
                <a:gd name="T91" fmla="*/ 2038 h 3456"/>
                <a:gd name="T92" fmla="*/ 3 w 3456"/>
                <a:gd name="T93" fmla="*/ 1623 h 3456"/>
                <a:gd name="T94" fmla="*/ 76 w 3456"/>
                <a:gd name="T95" fmla="*/ 1221 h 3456"/>
                <a:gd name="T96" fmla="*/ 237 w 3456"/>
                <a:gd name="T97" fmla="*/ 857 h 3456"/>
                <a:gd name="T98" fmla="*/ 472 w 3456"/>
                <a:gd name="T99" fmla="*/ 541 h 3456"/>
                <a:gd name="T100" fmla="*/ 773 w 3456"/>
                <a:gd name="T101" fmla="*/ 289 h 3456"/>
                <a:gd name="T102" fmla="*/ 1126 w 3456"/>
                <a:gd name="T103" fmla="*/ 108 h 3456"/>
                <a:gd name="T104" fmla="*/ 1520 w 3456"/>
                <a:gd name="T105" fmla="*/ 13 h 3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456" h="3456">
                  <a:moveTo>
                    <a:pt x="1728" y="115"/>
                  </a:moveTo>
                  <a:lnTo>
                    <a:pt x="1626" y="118"/>
                  </a:lnTo>
                  <a:lnTo>
                    <a:pt x="1526" y="128"/>
                  </a:lnTo>
                  <a:lnTo>
                    <a:pt x="1427" y="143"/>
                  </a:lnTo>
                  <a:lnTo>
                    <a:pt x="1331" y="164"/>
                  </a:lnTo>
                  <a:lnTo>
                    <a:pt x="1237" y="192"/>
                  </a:lnTo>
                  <a:lnTo>
                    <a:pt x="1146" y="224"/>
                  </a:lnTo>
                  <a:lnTo>
                    <a:pt x="1057" y="262"/>
                  </a:lnTo>
                  <a:lnTo>
                    <a:pt x="971" y="305"/>
                  </a:lnTo>
                  <a:lnTo>
                    <a:pt x="887" y="352"/>
                  </a:lnTo>
                  <a:lnTo>
                    <a:pt x="807" y="404"/>
                  </a:lnTo>
                  <a:lnTo>
                    <a:pt x="731" y="462"/>
                  </a:lnTo>
                  <a:lnTo>
                    <a:pt x="658" y="523"/>
                  </a:lnTo>
                  <a:lnTo>
                    <a:pt x="589" y="589"/>
                  </a:lnTo>
                  <a:lnTo>
                    <a:pt x="523" y="658"/>
                  </a:lnTo>
                  <a:lnTo>
                    <a:pt x="462" y="731"/>
                  </a:lnTo>
                  <a:lnTo>
                    <a:pt x="404" y="807"/>
                  </a:lnTo>
                  <a:lnTo>
                    <a:pt x="352" y="887"/>
                  </a:lnTo>
                  <a:lnTo>
                    <a:pt x="305" y="971"/>
                  </a:lnTo>
                  <a:lnTo>
                    <a:pt x="262" y="1057"/>
                  </a:lnTo>
                  <a:lnTo>
                    <a:pt x="224" y="1146"/>
                  </a:lnTo>
                  <a:lnTo>
                    <a:pt x="192" y="1237"/>
                  </a:lnTo>
                  <a:lnTo>
                    <a:pt x="164" y="1331"/>
                  </a:lnTo>
                  <a:lnTo>
                    <a:pt x="143" y="1427"/>
                  </a:lnTo>
                  <a:lnTo>
                    <a:pt x="128" y="1526"/>
                  </a:lnTo>
                  <a:lnTo>
                    <a:pt x="118" y="1626"/>
                  </a:lnTo>
                  <a:lnTo>
                    <a:pt x="115" y="1728"/>
                  </a:lnTo>
                  <a:lnTo>
                    <a:pt x="118" y="1830"/>
                  </a:lnTo>
                  <a:lnTo>
                    <a:pt x="128" y="1930"/>
                  </a:lnTo>
                  <a:lnTo>
                    <a:pt x="143" y="2029"/>
                  </a:lnTo>
                  <a:lnTo>
                    <a:pt x="164" y="2125"/>
                  </a:lnTo>
                  <a:lnTo>
                    <a:pt x="192" y="2219"/>
                  </a:lnTo>
                  <a:lnTo>
                    <a:pt x="224" y="2310"/>
                  </a:lnTo>
                  <a:lnTo>
                    <a:pt x="262" y="2399"/>
                  </a:lnTo>
                  <a:lnTo>
                    <a:pt x="305" y="2485"/>
                  </a:lnTo>
                  <a:lnTo>
                    <a:pt x="352" y="2569"/>
                  </a:lnTo>
                  <a:lnTo>
                    <a:pt x="404" y="2649"/>
                  </a:lnTo>
                  <a:lnTo>
                    <a:pt x="462" y="2725"/>
                  </a:lnTo>
                  <a:lnTo>
                    <a:pt x="523" y="2798"/>
                  </a:lnTo>
                  <a:lnTo>
                    <a:pt x="589" y="2867"/>
                  </a:lnTo>
                  <a:lnTo>
                    <a:pt x="658" y="2933"/>
                  </a:lnTo>
                  <a:lnTo>
                    <a:pt x="731" y="2994"/>
                  </a:lnTo>
                  <a:lnTo>
                    <a:pt x="807" y="3052"/>
                  </a:lnTo>
                  <a:lnTo>
                    <a:pt x="887" y="3104"/>
                  </a:lnTo>
                  <a:lnTo>
                    <a:pt x="971" y="3151"/>
                  </a:lnTo>
                  <a:lnTo>
                    <a:pt x="1057" y="3194"/>
                  </a:lnTo>
                  <a:lnTo>
                    <a:pt x="1146" y="3232"/>
                  </a:lnTo>
                  <a:lnTo>
                    <a:pt x="1237" y="3264"/>
                  </a:lnTo>
                  <a:lnTo>
                    <a:pt x="1331" y="3292"/>
                  </a:lnTo>
                  <a:lnTo>
                    <a:pt x="1427" y="3313"/>
                  </a:lnTo>
                  <a:lnTo>
                    <a:pt x="1526" y="3328"/>
                  </a:lnTo>
                  <a:lnTo>
                    <a:pt x="1626" y="3338"/>
                  </a:lnTo>
                  <a:lnTo>
                    <a:pt x="1728" y="3341"/>
                  </a:lnTo>
                  <a:lnTo>
                    <a:pt x="1830" y="3338"/>
                  </a:lnTo>
                  <a:lnTo>
                    <a:pt x="1930" y="3328"/>
                  </a:lnTo>
                  <a:lnTo>
                    <a:pt x="2029" y="3313"/>
                  </a:lnTo>
                  <a:lnTo>
                    <a:pt x="2125" y="3292"/>
                  </a:lnTo>
                  <a:lnTo>
                    <a:pt x="2219" y="3264"/>
                  </a:lnTo>
                  <a:lnTo>
                    <a:pt x="2310" y="3232"/>
                  </a:lnTo>
                  <a:lnTo>
                    <a:pt x="2399" y="3194"/>
                  </a:lnTo>
                  <a:lnTo>
                    <a:pt x="2485" y="3151"/>
                  </a:lnTo>
                  <a:lnTo>
                    <a:pt x="2569" y="3104"/>
                  </a:lnTo>
                  <a:lnTo>
                    <a:pt x="2649" y="3052"/>
                  </a:lnTo>
                  <a:lnTo>
                    <a:pt x="2725" y="2994"/>
                  </a:lnTo>
                  <a:lnTo>
                    <a:pt x="2798" y="2933"/>
                  </a:lnTo>
                  <a:lnTo>
                    <a:pt x="2867" y="2867"/>
                  </a:lnTo>
                  <a:lnTo>
                    <a:pt x="2933" y="2798"/>
                  </a:lnTo>
                  <a:lnTo>
                    <a:pt x="2994" y="2725"/>
                  </a:lnTo>
                  <a:lnTo>
                    <a:pt x="3052" y="2649"/>
                  </a:lnTo>
                  <a:lnTo>
                    <a:pt x="3104" y="2569"/>
                  </a:lnTo>
                  <a:lnTo>
                    <a:pt x="3151" y="2485"/>
                  </a:lnTo>
                  <a:lnTo>
                    <a:pt x="3194" y="2399"/>
                  </a:lnTo>
                  <a:lnTo>
                    <a:pt x="3232" y="2310"/>
                  </a:lnTo>
                  <a:lnTo>
                    <a:pt x="3264" y="2219"/>
                  </a:lnTo>
                  <a:lnTo>
                    <a:pt x="3292" y="2125"/>
                  </a:lnTo>
                  <a:lnTo>
                    <a:pt x="3313" y="2029"/>
                  </a:lnTo>
                  <a:lnTo>
                    <a:pt x="3328" y="1930"/>
                  </a:lnTo>
                  <a:lnTo>
                    <a:pt x="3338" y="1830"/>
                  </a:lnTo>
                  <a:lnTo>
                    <a:pt x="3341" y="1728"/>
                  </a:lnTo>
                  <a:lnTo>
                    <a:pt x="3338" y="1626"/>
                  </a:lnTo>
                  <a:lnTo>
                    <a:pt x="3328" y="1526"/>
                  </a:lnTo>
                  <a:lnTo>
                    <a:pt x="3313" y="1427"/>
                  </a:lnTo>
                  <a:lnTo>
                    <a:pt x="3292" y="1331"/>
                  </a:lnTo>
                  <a:lnTo>
                    <a:pt x="3264" y="1237"/>
                  </a:lnTo>
                  <a:lnTo>
                    <a:pt x="3232" y="1146"/>
                  </a:lnTo>
                  <a:lnTo>
                    <a:pt x="3194" y="1057"/>
                  </a:lnTo>
                  <a:lnTo>
                    <a:pt x="3151" y="971"/>
                  </a:lnTo>
                  <a:lnTo>
                    <a:pt x="3104" y="887"/>
                  </a:lnTo>
                  <a:lnTo>
                    <a:pt x="3052" y="807"/>
                  </a:lnTo>
                  <a:lnTo>
                    <a:pt x="2994" y="731"/>
                  </a:lnTo>
                  <a:lnTo>
                    <a:pt x="2933" y="658"/>
                  </a:lnTo>
                  <a:lnTo>
                    <a:pt x="2867" y="589"/>
                  </a:lnTo>
                  <a:lnTo>
                    <a:pt x="2798" y="523"/>
                  </a:lnTo>
                  <a:lnTo>
                    <a:pt x="2725" y="462"/>
                  </a:lnTo>
                  <a:lnTo>
                    <a:pt x="2649" y="404"/>
                  </a:lnTo>
                  <a:lnTo>
                    <a:pt x="2569" y="352"/>
                  </a:lnTo>
                  <a:lnTo>
                    <a:pt x="2485" y="305"/>
                  </a:lnTo>
                  <a:lnTo>
                    <a:pt x="2399" y="262"/>
                  </a:lnTo>
                  <a:lnTo>
                    <a:pt x="2310" y="224"/>
                  </a:lnTo>
                  <a:lnTo>
                    <a:pt x="2219" y="192"/>
                  </a:lnTo>
                  <a:lnTo>
                    <a:pt x="2125" y="164"/>
                  </a:lnTo>
                  <a:lnTo>
                    <a:pt x="2029" y="143"/>
                  </a:lnTo>
                  <a:lnTo>
                    <a:pt x="1930" y="128"/>
                  </a:lnTo>
                  <a:lnTo>
                    <a:pt x="1830" y="118"/>
                  </a:lnTo>
                  <a:lnTo>
                    <a:pt x="1728" y="115"/>
                  </a:lnTo>
                  <a:close/>
                  <a:moveTo>
                    <a:pt x="1728" y="0"/>
                  </a:moveTo>
                  <a:lnTo>
                    <a:pt x="1833" y="3"/>
                  </a:lnTo>
                  <a:lnTo>
                    <a:pt x="1936" y="13"/>
                  </a:lnTo>
                  <a:lnTo>
                    <a:pt x="2038" y="28"/>
                  </a:lnTo>
                  <a:lnTo>
                    <a:pt x="2137" y="49"/>
                  </a:lnTo>
                  <a:lnTo>
                    <a:pt x="2235" y="76"/>
                  </a:lnTo>
                  <a:lnTo>
                    <a:pt x="2330" y="108"/>
                  </a:lnTo>
                  <a:lnTo>
                    <a:pt x="2422" y="146"/>
                  </a:lnTo>
                  <a:lnTo>
                    <a:pt x="2512" y="189"/>
                  </a:lnTo>
                  <a:lnTo>
                    <a:pt x="2599" y="237"/>
                  </a:lnTo>
                  <a:lnTo>
                    <a:pt x="2683" y="289"/>
                  </a:lnTo>
                  <a:lnTo>
                    <a:pt x="2764" y="346"/>
                  </a:lnTo>
                  <a:lnTo>
                    <a:pt x="2840" y="407"/>
                  </a:lnTo>
                  <a:lnTo>
                    <a:pt x="2915" y="472"/>
                  </a:lnTo>
                  <a:lnTo>
                    <a:pt x="2984" y="541"/>
                  </a:lnTo>
                  <a:lnTo>
                    <a:pt x="3049" y="616"/>
                  </a:lnTo>
                  <a:lnTo>
                    <a:pt x="3110" y="692"/>
                  </a:lnTo>
                  <a:lnTo>
                    <a:pt x="3167" y="773"/>
                  </a:lnTo>
                  <a:lnTo>
                    <a:pt x="3219" y="857"/>
                  </a:lnTo>
                  <a:lnTo>
                    <a:pt x="3267" y="944"/>
                  </a:lnTo>
                  <a:lnTo>
                    <a:pt x="3310" y="1034"/>
                  </a:lnTo>
                  <a:lnTo>
                    <a:pt x="3348" y="1126"/>
                  </a:lnTo>
                  <a:lnTo>
                    <a:pt x="3380" y="1221"/>
                  </a:lnTo>
                  <a:lnTo>
                    <a:pt x="3407" y="1319"/>
                  </a:lnTo>
                  <a:lnTo>
                    <a:pt x="3428" y="1418"/>
                  </a:lnTo>
                  <a:lnTo>
                    <a:pt x="3443" y="1520"/>
                  </a:lnTo>
                  <a:lnTo>
                    <a:pt x="3453" y="1623"/>
                  </a:lnTo>
                  <a:lnTo>
                    <a:pt x="3456" y="1728"/>
                  </a:lnTo>
                  <a:lnTo>
                    <a:pt x="3453" y="1833"/>
                  </a:lnTo>
                  <a:lnTo>
                    <a:pt x="3443" y="1936"/>
                  </a:lnTo>
                  <a:lnTo>
                    <a:pt x="3428" y="2038"/>
                  </a:lnTo>
                  <a:lnTo>
                    <a:pt x="3407" y="2137"/>
                  </a:lnTo>
                  <a:lnTo>
                    <a:pt x="3380" y="2235"/>
                  </a:lnTo>
                  <a:lnTo>
                    <a:pt x="3348" y="2330"/>
                  </a:lnTo>
                  <a:lnTo>
                    <a:pt x="3310" y="2422"/>
                  </a:lnTo>
                  <a:lnTo>
                    <a:pt x="3267" y="2512"/>
                  </a:lnTo>
                  <a:lnTo>
                    <a:pt x="3219" y="2599"/>
                  </a:lnTo>
                  <a:lnTo>
                    <a:pt x="3167" y="2683"/>
                  </a:lnTo>
                  <a:lnTo>
                    <a:pt x="3110" y="2764"/>
                  </a:lnTo>
                  <a:lnTo>
                    <a:pt x="3049" y="2840"/>
                  </a:lnTo>
                  <a:lnTo>
                    <a:pt x="2984" y="2915"/>
                  </a:lnTo>
                  <a:lnTo>
                    <a:pt x="2915" y="2984"/>
                  </a:lnTo>
                  <a:lnTo>
                    <a:pt x="2840" y="3049"/>
                  </a:lnTo>
                  <a:lnTo>
                    <a:pt x="2764" y="3110"/>
                  </a:lnTo>
                  <a:lnTo>
                    <a:pt x="2683" y="3167"/>
                  </a:lnTo>
                  <a:lnTo>
                    <a:pt x="2599" y="3219"/>
                  </a:lnTo>
                  <a:lnTo>
                    <a:pt x="2512" y="3267"/>
                  </a:lnTo>
                  <a:lnTo>
                    <a:pt x="2422" y="3310"/>
                  </a:lnTo>
                  <a:lnTo>
                    <a:pt x="2330" y="3348"/>
                  </a:lnTo>
                  <a:lnTo>
                    <a:pt x="2235" y="3380"/>
                  </a:lnTo>
                  <a:lnTo>
                    <a:pt x="2137" y="3407"/>
                  </a:lnTo>
                  <a:lnTo>
                    <a:pt x="2038" y="3428"/>
                  </a:lnTo>
                  <a:lnTo>
                    <a:pt x="1936" y="3443"/>
                  </a:lnTo>
                  <a:lnTo>
                    <a:pt x="1833" y="3453"/>
                  </a:lnTo>
                  <a:lnTo>
                    <a:pt x="1728" y="3456"/>
                  </a:lnTo>
                  <a:lnTo>
                    <a:pt x="1623" y="3453"/>
                  </a:lnTo>
                  <a:lnTo>
                    <a:pt x="1520" y="3443"/>
                  </a:lnTo>
                  <a:lnTo>
                    <a:pt x="1418" y="3428"/>
                  </a:lnTo>
                  <a:lnTo>
                    <a:pt x="1319" y="3407"/>
                  </a:lnTo>
                  <a:lnTo>
                    <a:pt x="1221" y="3380"/>
                  </a:lnTo>
                  <a:lnTo>
                    <a:pt x="1126" y="3348"/>
                  </a:lnTo>
                  <a:lnTo>
                    <a:pt x="1034" y="3310"/>
                  </a:lnTo>
                  <a:lnTo>
                    <a:pt x="944" y="3267"/>
                  </a:lnTo>
                  <a:lnTo>
                    <a:pt x="857" y="3219"/>
                  </a:lnTo>
                  <a:lnTo>
                    <a:pt x="773" y="3167"/>
                  </a:lnTo>
                  <a:lnTo>
                    <a:pt x="692" y="3110"/>
                  </a:lnTo>
                  <a:lnTo>
                    <a:pt x="616" y="3049"/>
                  </a:lnTo>
                  <a:lnTo>
                    <a:pt x="541" y="2984"/>
                  </a:lnTo>
                  <a:lnTo>
                    <a:pt x="472" y="2915"/>
                  </a:lnTo>
                  <a:lnTo>
                    <a:pt x="407" y="2840"/>
                  </a:lnTo>
                  <a:lnTo>
                    <a:pt x="346" y="2764"/>
                  </a:lnTo>
                  <a:lnTo>
                    <a:pt x="289" y="2683"/>
                  </a:lnTo>
                  <a:lnTo>
                    <a:pt x="237" y="2599"/>
                  </a:lnTo>
                  <a:lnTo>
                    <a:pt x="189" y="2512"/>
                  </a:lnTo>
                  <a:lnTo>
                    <a:pt x="146" y="2422"/>
                  </a:lnTo>
                  <a:lnTo>
                    <a:pt x="108" y="2330"/>
                  </a:lnTo>
                  <a:lnTo>
                    <a:pt x="76" y="2235"/>
                  </a:lnTo>
                  <a:lnTo>
                    <a:pt x="49" y="2137"/>
                  </a:lnTo>
                  <a:lnTo>
                    <a:pt x="28" y="2038"/>
                  </a:lnTo>
                  <a:lnTo>
                    <a:pt x="13" y="1936"/>
                  </a:lnTo>
                  <a:lnTo>
                    <a:pt x="3" y="1833"/>
                  </a:lnTo>
                  <a:lnTo>
                    <a:pt x="0" y="1728"/>
                  </a:lnTo>
                  <a:lnTo>
                    <a:pt x="3" y="1623"/>
                  </a:lnTo>
                  <a:lnTo>
                    <a:pt x="13" y="1520"/>
                  </a:lnTo>
                  <a:lnTo>
                    <a:pt x="28" y="1418"/>
                  </a:lnTo>
                  <a:lnTo>
                    <a:pt x="49" y="1319"/>
                  </a:lnTo>
                  <a:lnTo>
                    <a:pt x="76" y="1221"/>
                  </a:lnTo>
                  <a:lnTo>
                    <a:pt x="108" y="1126"/>
                  </a:lnTo>
                  <a:lnTo>
                    <a:pt x="146" y="1034"/>
                  </a:lnTo>
                  <a:lnTo>
                    <a:pt x="189" y="944"/>
                  </a:lnTo>
                  <a:lnTo>
                    <a:pt x="237" y="857"/>
                  </a:lnTo>
                  <a:lnTo>
                    <a:pt x="289" y="773"/>
                  </a:lnTo>
                  <a:lnTo>
                    <a:pt x="346" y="692"/>
                  </a:lnTo>
                  <a:lnTo>
                    <a:pt x="407" y="616"/>
                  </a:lnTo>
                  <a:lnTo>
                    <a:pt x="472" y="541"/>
                  </a:lnTo>
                  <a:lnTo>
                    <a:pt x="541" y="472"/>
                  </a:lnTo>
                  <a:lnTo>
                    <a:pt x="616" y="407"/>
                  </a:lnTo>
                  <a:lnTo>
                    <a:pt x="692" y="346"/>
                  </a:lnTo>
                  <a:lnTo>
                    <a:pt x="773" y="289"/>
                  </a:lnTo>
                  <a:lnTo>
                    <a:pt x="857" y="237"/>
                  </a:lnTo>
                  <a:lnTo>
                    <a:pt x="944" y="189"/>
                  </a:lnTo>
                  <a:lnTo>
                    <a:pt x="1034" y="146"/>
                  </a:lnTo>
                  <a:lnTo>
                    <a:pt x="1126" y="108"/>
                  </a:lnTo>
                  <a:lnTo>
                    <a:pt x="1221" y="76"/>
                  </a:lnTo>
                  <a:lnTo>
                    <a:pt x="1319" y="49"/>
                  </a:lnTo>
                  <a:lnTo>
                    <a:pt x="1418" y="28"/>
                  </a:lnTo>
                  <a:lnTo>
                    <a:pt x="1520" y="13"/>
                  </a:lnTo>
                  <a:lnTo>
                    <a:pt x="1623" y="3"/>
                  </a:lnTo>
                  <a:lnTo>
                    <a:pt x="17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90" name="직사각형 89"/>
          <p:cNvSpPr/>
          <p:nvPr/>
        </p:nvSpPr>
        <p:spPr>
          <a:xfrm>
            <a:off x="9195283" y="4241841"/>
            <a:ext cx="1619915" cy="200376"/>
          </a:xfrm>
          <a:prstGeom prst="rect">
            <a:avLst/>
          </a:prstGeom>
          <a:solidFill>
            <a:srgbClr val="54535B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/>
          <p:cNvSpPr txBox="1"/>
          <p:nvPr/>
        </p:nvSpPr>
        <p:spPr>
          <a:xfrm>
            <a:off x="9701311" y="3919119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편의성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694898" y="4764939"/>
            <a:ext cx="6206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실용성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9195283" y="5933481"/>
            <a:ext cx="1619915" cy="200376"/>
          </a:xfrm>
          <a:prstGeom prst="rect">
            <a:avLst/>
          </a:prstGeom>
          <a:solidFill>
            <a:srgbClr val="54535B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/>
          <p:cNvSpPr txBox="1"/>
          <p:nvPr/>
        </p:nvSpPr>
        <p:spPr>
          <a:xfrm>
            <a:off x="9701310" y="5610759"/>
            <a:ext cx="6078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디자인</a:t>
            </a:r>
            <a:endParaRPr lang="ko-KR" altLang="en-US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9266403" y="4282611"/>
            <a:ext cx="1157496" cy="124417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직사각형 134"/>
          <p:cNvSpPr/>
          <p:nvPr/>
        </p:nvSpPr>
        <p:spPr>
          <a:xfrm>
            <a:off x="9266403" y="5971515"/>
            <a:ext cx="888891" cy="124417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모서리가 둥근 직사각형 35"/>
          <p:cNvSpPr/>
          <p:nvPr/>
        </p:nvSpPr>
        <p:spPr>
          <a:xfrm>
            <a:off x="1256014" y="3388033"/>
            <a:ext cx="1436776" cy="335528"/>
          </a:xfrm>
          <a:prstGeom prst="roundRect">
            <a:avLst>
              <a:gd name="adj" fmla="val 50000"/>
            </a:avLst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모서리가 둥근 직사각형 142"/>
          <p:cNvSpPr/>
          <p:nvPr/>
        </p:nvSpPr>
        <p:spPr>
          <a:xfrm>
            <a:off x="4260144" y="3479721"/>
            <a:ext cx="1044155" cy="243840"/>
          </a:xfrm>
          <a:prstGeom prst="roundRect">
            <a:avLst>
              <a:gd name="adj" fmla="val 50000"/>
            </a:avLst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모서리가 둥근 직사각형 143"/>
          <p:cNvSpPr/>
          <p:nvPr/>
        </p:nvSpPr>
        <p:spPr>
          <a:xfrm>
            <a:off x="6871654" y="3479721"/>
            <a:ext cx="1044155" cy="243840"/>
          </a:xfrm>
          <a:prstGeom prst="roundRect">
            <a:avLst>
              <a:gd name="adj" fmla="val 50000"/>
            </a:avLst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9483163" y="3479721"/>
            <a:ext cx="1044155" cy="243840"/>
          </a:xfrm>
          <a:prstGeom prst="roundRect">
            <a:avLst>
              <a:gd name="adj" fmla="val 50000"/>
            </a:avLst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TextBox 149"/>
          <p:cNvSpPr txBox="1"/>
          <p:nvPr/>
        </p:nvSpPr>
        <p:spPr>
          <a:xfrm>
            <a:off x="1369114" y="3413624"/>
            <a:ext cx="1105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INDEX</a:t>
            </a:r>
            <a:endParaRPr lang="ko-KR" altLang="en-US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4483101" y="3460230"/>
            <a:ext cx="5982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SUB_1</a:t>
            </a:r>
            <a:endParaRPr lang="ko-KR" altLang="en-US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7102849" y="3460230"/>
            <a:ext cx="5982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SUB_2</a:t>
            </a:r>
            <a:endParaRPr lang="ko-KR" altLang="en-US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9706120" y="3460230"/>
            <a:ext cx="5982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SUB_3</a:t>
            </a:r>
            <a:endParaRPr lang="ko-KR" altLang="en-US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1688601" y="1934677"/>
            <a:ext cx="321548" cy="321548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TextBox 164"/>
          <p:cNvSpPr txBox="1"/>
          <p:nvPr/>
        </p:nvSpPr>
        <p:spPr>
          <a:xfrm>
            <a:off x="1649903" y="1934677"/>
            <a:ext cx="415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400" b="1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7" name="직사각형 166"/>
          <p:cNvSpPr/>
          <p:nvPr/>
        </p:nvSpPr>
        <p:spPr>
          <a:xfrm>
            <a:off x="4665381" y="2308424"/>
            <a:ext cx="233680" cy="233680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TextBox 167"/>
          <p:cNvSpPr txBox="1"/>
          <p:nvPr/>
        </p:nvSpPr>
        <p:spPr>
          <a:xfrm>
            <a:off x="4631378" y="2271375"/>
            <a:ext cx="3016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400" b="1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0" name="직사각형 169"/>
          <p:cNvSpPr/>
          <p:nvPr/>
        </p:nvSpPr>
        <p:spPr>
          <a:xfrm>
            <a:off x="7276891" y="2308424"/>
            <a:ext cx="233680" cy="233680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TextBox 170"/>
          <p:cNvSpPr txBox="1"/>
          <p:nvPr/>
        </p:nvSpPr>
        <p:spPr>
          <a:xfrm>
            <a:off x="7242888" y="2271375"/>
            <a:ext cx="3016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400" b="1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3" name="직사각형 172"/>
          <p:cNvSpPr/>
          <p:nvPr/>
        </p:nvSpPr>
        <p:spPr>
          <a:xfrm>
            <a:off x="9888401" y="2308424"/>
            <a:ext cx="233680" cy="233680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TextBox 173"/>
          <p:cNvSpPr txBox="1"/>
          <p:nvPr/>
        </p:nvSpPr>
        <p:spPr>
          <a:xfrm>
            <a:off x="9854398" y="2271375"/>
            <a:ext cx="3016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1400" b="1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6559541" y="5933481"/>
            <a:ext cx="1619915" cy="200376"/>
          </a:xfrm>
          <a:prstGeom prst="rect">
            <a:avLst/>
          </a:prstGeom>
          <a:solidFill>
            <a:srgbClr val="FD7C65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/>
          <p:cNvSpPr/>
          <p:nvPr/>
        </p:nvSpPr>
        <p:spPr>
          <a:xfrm>
            <a:off x="6583774" y="5933482"/>
            <a:ext cx="1397769" cy="200376"/>
          </a:xfrm>
          <a:prstGeom prst="rect">
            <a:avLst/>
          </a:prstGeom>
          <a:solidFill>
            <a:srgbClr val="FD7C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직사각형 97"/>
          <p:cNvSpPr/>
          <p:nvPr/>
        </p:nvSpPr>
        <p:spPr>
          <a:xfrm>
            <a:off x="3972264" y="6021205"/>
            <a:ext cx="1619915" cy="200376"/>
          </a:xfrm>
          <a:prstGeom prst="rect">
            <a:avLst/>
          </a:prstGeom>
          <a:solidFill>
            <a:srgbClr val="54535B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직사각형 98"/>
          <p:cNvSpPr/>
          <p:nvPr/>
        </p:nvSpPr>
        <p:spPr>
          <a:xfrm>
            <a:off x="4000795" y="6058309"/>
            <a:ext cx="1408975" cy="145027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직사각형 99"/>
          <p:cNvSpPr/>
          <p:nvPr/>
        </p:nvSpPr>
        <p:spPr>
          <a:xfrm>
            <a:off x="9195283" y="5114637"/>
            <a:ext cx="1619915" cy="200376"/>
          </a:xfrm>
          <a:prstGeom prst="rect">
            <a:avLst/>
          </a:prstGeom>
          <a:solidFill>
            <a:srgbClr val="54535B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직사각형 100"/>
          <p:cNvSpPr/>
          <p:nvPr/>
        </p:nvSpPr>
        <p:spPr>
          <a:xfrm>
            <a:off x="9200489" y="5152179"/>
            <a:ext cx="1307815" cy="150370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/>
          <p:cNvSpPr/>
          <p:nvPr/>
        </p:nvSpPr>
        <p:spPr>
          <a:xfrm>
            <a:off x="4004347" y="5227976"/>
            <a:ext cx="1619915" cy="200376"/>
          </a:xfrm>
          <a:prstGeom prst="rect">
            <a:avLst/>
          </a:prstGeom>
          <a:solidFill>
            <a:srgbClr val="FD7C65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직사각형 105"/>
          <p:cNvSpPr/>
          <p:nvPr/>
        </p:nvSpPr>
        <p:spPr>
          <a:xfrm>
            <a:off x="4075467" y="5267378"/>
            <a:ext cx="1472650" cy="124417"/>
          </a:xfrm>
          <a:prstGeom prst="rect">
            <a:avLst/>
          </a:prstGeom>
          <a:solidFill>
            <a:srgbClr val="FD7C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166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4210455" y="1020843"/>
            <a:ext cx="3771088" cy="29076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4486128" y="996949"/>
            <a:ext cx="31293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pc="3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홈페이지를 만들며 느낀 점</a:t>
            </a:r>
            <a:endParaRPr lang="ko-KR" altLang="en-US" sz="1600" spc="3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pic>
        <p:nvPicPr>
          <p:cNvPr id="54" name="그림 5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47" t="27349" r="1296" b="37101"/>
          <a:stretch/>
        </p:blipFill>
        <p:spPr>
          <a:xfrm>
            <a:off x="5080534" y="171466"/>
            <a:ext cx="2030931" cy="745545"/>
          </a:xfrm>
          <a:prstGeom prst="rect">
            <a:avLst/>
          </a:prstGeom>
        </p:spPr>
      </p:pic>
      <p:sp>
        <p:nvSpPr>
          <p:cNvPr id="2" name="모서리가 둥근 직사각형 1"/>
          <p:cNvSpPr/>
          <p:nvPr/>
        </p:nvSpPr>
        <p:spPr>
          <a:xfrm>
            <a:off x="215900" y="1803400"/>
            <a:ext cx="2667000" cy="889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조채원</a:t>
            </a:r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3224990" y="1803400"/>
            <a:ext cx="2667000" cy="889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임하민</a:t>
            </a:r>
            <a:endParaRPr lang="ko-KR" altLang="en-US" dirty="0"/>
          </a:p>
        </p:txBody>
      </p:sp>
      <p:sp>
        <p:nvSpPr>
          <p:cNvPr id="30" name="모서리가 둥근 직사각형 29"/>
          <p:cNvSpPr/>
          <p:nvPr/>
        </p:nvSpPr>
        <p:spPr>
          <a:xfrm>
            <a:off x="6228945" y="1803400"/>
            <a:ext cx="2667000" cy="889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이다현</a:t>
            </a:r>
            <a:endParaRPr lang="ko-KR" altLang="en-US" dirty="0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9232900" y="1803400"/>
            <a:ext cx="2667000" cy="889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홍기웅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215900" y="2857500"/>
            <a:ext cx="2667000" cy="381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웹 페이지를 만들며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너무 어려웠지만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서로 도움요청하고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하나하나 성공하면서</a:t>
            </a:r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 smtClean="0"/>
              <a:t>마지막 웹 완성 때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정말로 뿌듯했다</a:t>
            </a:r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3224990" y="2946400"/>
            <a:ext cx="2540810" cy="381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거의 첫 조장으로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처음엔 부담도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되게 많이 있었고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같이 어떻게 하면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잘 만들 수 있을까</a:t>
            </a:r>
            <a:r>
              <a:rPr lang="en-US" altLang="ko-KR" dirty="0" smtClean="0"/>
              <a:t>?</a:t>
            </a:r>
          </a:p>
          <a:p>
            <a:pPr algn="ctr"/>
            <a:r>
              <a:rPr lang="ko-KR" altLang="en-US" dirty="0" smtClean="0"/>
              <a:t>고민을 많이 했는데</a:t>
            </a:r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 smtClean="0"/>
              <a:t>마지막에 </a:t>
            </a:r>
            <a:r>
              <a:rPr lang="en-US" altLang="ko-KR" dirty="0" smtClean="0"/>
              <a:t>PPT </a:t>
            </a:r>
          </a:p>
          <a:p>
            <a:pPr algn="ctr"/>
            <a:r>
              <a:rPr lang="ko-KR" altLang="en-US" dirty="0" smtClean="0"/>
              <a:t>다 만들었을 때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매우 뿌듯했다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6228945" y="2946400"/>
            <a:ext cx="2540810" cy="381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자료를 이리저리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여러 번 찾아가며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어디에 넣으면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좋을까</a:t>
            </a:r>
            <a:r>
              <a:rPr lang="en-US" altLang="ko-KR" dirty="0" smtClean="0"/>
              <a:t>?</a:t>
            </a:r>
          </a:p>
          <a:p>
            <a:pPr algn="ctr"/>
            <a:r>
              <a:rPr lang="ko-KR" altLang="en-US" dirty="0" smtClean="0"/>
              <a:t>고민하며 자료전달</a:t>
            </a:r>
            <a:r>
              <a:rPr lang="en-US" altLang="ko-KR" dirty="0" smtClean="0"/>
              <a:t>,</a:t>
            </a:r>
          </a:p>
          <a:p>
            <a:pPr algn="ctr"/>
            <a:r>
              <a:rPr lang="ko-KR" altLang="en-US" dirty="0" smtClean="0"/>
              <a:t>대화 후 만들어진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웹 페이지를 보며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기뻤다</a:t>
            </a:r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9295995" y="2946400"/>
            <a:ext cx="2540810" cy="381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/>
              <a:t>이미지 자료를 </a:t>
            </a:r>
            <a:endParaRPr lang="en-US" altLang="ko-KR" b="1" dirty="0" smtClean="0"/>
          </a:p>
          <a:p>
            <a:pPr algn="ctr"/>
            <a:r>
              <a:rPr lang="ko-KR" altLang="en-US" b="1" dirty="0" smtClean="0"/>
              <a:t>찾고 도움이 되고자</a:t>
            </a:r>
            <a:endParaRPr lang="en-US" altLang="ko-KR" b="1" dirty="0" smtClean="0"/>
          </a:p>
          <a:p>
            <a:pPr algn="ctr"/>
            <a:r>
              <a:rPr lang="ko-KR" altLang="en-US" b="1" dirty="0" smtClean="0"/>
              <a:t>열심히 노력한 결과</a:t>
            </a:r>
            <a:endParaRPr lang="en-US" altLang="ko-KR" b="1" dirty="0" smtClean="0"/>
          </a:p>
          <a:p>
            <a:pPr algn="ctr"/>
            <a:endParaRPr lang="en-US" altLang="ko-KR" b="1" dirty="0"/>
          </a:p>
          <a:p>
            <a:pPr algn="ctr"/>
            <a:r>
              <a:rPr lang="ko-KR" altLang="en-US" b="1" dirty="0" smtClean="0"/>
              <a:t>잘 성공한 거 같아서</a:t>
            </a:r>
            <a:endParaRPr lang="en-US" altLang="ko-KR" b="1" dirty="0" smtClean="0"/>
          </a:p>
          <a:p>
            <a:pPr algn="ctr"/>
            <a:r>
              <a:rPr lang="ko-KR" altLang="en-US" b="1" dirty="0" smtClean="0"/>
              <a:t>뿌듯했다 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61975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5067672" y="3108960"/>
            <a:ext cx="2056656" cy="650240"/>
            <a:chOff x="5067672" y="3108960"/>
            <a:chExt cx="2056656" cy="650240"/>
          </a:xfrm>
        </p:grpSpPr>
        <p:grpSp>
          <p:nvGrpSpPr>
            <p:cNvPr id="6" name="그룹 5"/>
            <p:cNvGrpSpPr/>
            <p:nvPr/>
          </p:nvGrpSpPr>
          <p:grpSpPr>
            <a:xfrm>
              <a:off x="5067672" y="3274060"/>
              <a:ext cx="2056656" cy="320040"/>
              <a:chOff x="5067672" y="3268980"/>
              <a:chExt cx="2056656" cy="320040"/>
            </a:xfrm>
          </p:grpSpPr>
          <p:sp>
            <p:nvSpPr>
              <p:cNvPr id="28" name="직사각형 27"/>
              <p:cNvSpPr/>
              <p:nvPr/>
            </p:nvSpPr>
            <p:spPr>
              <a:xfrm>
                <a:off x="508254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550926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593598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636270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678942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5067672" y="3275112"/>
                <a:ext cx="3497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4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-윤고딕340" panose="02030504000101010101" pitchFamily="18" charset="-127"/>
                    <a:ea typeface="-윤고딕340" panose="02030504000101010101" pitchFamily="18" charset="-127"/>
                  </a:rPr>
                  <a:t>감</a:t>
                </a:r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-윤고딕340" panose="02030504000101010101" pitchFamily="18" charset="-127"/>
                  <a:ea typeface="-윤고딕340" panose="02030504000101010101" pitchFamily="18" charset="-127"/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494393" y="3275112"/>
                <a:ext cx="34977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-윤고딕340" panose="02030504000101010101" pitchFamily="18" charset="-127"/>
                    <a:ea typeface="-윤고딕340" panose="02030504000101010101" pitchFamily="18" charset="-127"/>
                  </a:rPr>
                  <a:t>사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5921113" y="3275112"/>
                <a:ext cx="34977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-윤고딕340" panose="02030504000101010101" pitchFamily="18" charset="-127"/>
                    <a:ea typeface="-윤고딕340" panose="02030504000101010101" pitchFamily="18" charset="-127"/>
                  </a:rPr>
                  <a:t>합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6347833" y="3275112"/>
                <a:ext cx="34977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400" dirty="0" err="1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-윤고딕340" panose="02030504000101010101" pitchFamily="18" charset="-127"/>
                    <a:ea typeface="-윤고딕340" panose="02030504000101010101" pitchFamily="18" charset="-127"/>
                  </a:rPr>
                  <a:t>니</a:t>
                </a:r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-윤고딕340" panose="02030504000101010101" pitchFamily="18" charset="-127"/>
                  <a:ea typeface="-윤고딕340" panose="02030504000101010101" pitchFamily="18" charset="-127"/>
                </a:endParaRP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6774553" y="3275112"/>
                <a:ext cx="34977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4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-윤고딕340" panose="02030504000101010101" pitchFamily="18" charset="-127"/>
                    <a:ea typeface="-윤고딕340" panose="02030504000101010101" pitchFamily="18" charset="-127"/>
                  </a:rPr>
                  <a:t>다</a:t>
                </a:r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-윤고딕340" panose="02030504000101010101" pitchFamily="18" charset="-127"/>
                  <a:ea typeface="-윤고딕340" panose="02030504000101010101" pitchFamily="18" charset="-127"/>
                </a:endParaRPr>
              </a:p>
            </p:txBody>
          </p:sp>
        </p:grpSp>
        <p:cxnSp>
          <p:nvCxnSpPr>
            <p:cNvPr id="11" name="직선 연결선 10"/>
            <p:cNvCxnSpPr/>
            <p:nvPr/>
          </p:nvCxnSpPr>
          <p:spPr>
            <a:xfrm>
              <a:off x="5242560" y="3108960"/>
              <a:ext cx="1727200" cy="0"/>
            </a:xfrm>
            <a:prstGeom prst="line">
              <a:avLst/>
            </a:prstGeom>
            <a:ln>
              <a:solidFill>
                <a:srgbClr val="54535B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/>
            <p:cNvCxnSpPr/>
            <p:nvPr/>
          </p:nvCxnSpPr>
          <p:spPr>
            <a:xfrm>
              <a:off x="5222240" y="3759200"/>
              <a:ext cx="1727200" cy="0"/>
            </a:xfrm>
            <a:prstGeom prst="line">
              <a:avLst/>
            </a:prstGeom>
            <a:ln>
              <a:solidFill>
                <a:srgbClr val="54535B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882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689</TotalTime>
  <Words>469</Words>
  <Application>Microsoft Office PowerPoint</Application>
  <PresentationFormat>와이드스크린</PresentationFormat>
  <Paragraphs>190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Megrim</vt:lpstr>
      <vt:lpstr>맑은 고딕</vt:lpstr>
      <vt:lpstr>양재둘기체M</vt:lpstr>
      <vt:lpstr>-윤고딕310</vt:lpstr>
      <vt:lpstr>-윤고딕320</vt:lpstr>
      <vt:lpstr>-윤고딕340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민 병조</dc:creator>
  <cp:lastModifiedBy>Windows 사용자</cp:lastModifiedBy>
  <cp:revision>95</cp:revision>
  <dcterms:created xsi:type="dcterms:W3CDTF">2018-05-24T09:13:53Z</dcterms:created>
  <dcterms:modified xsi:type="dcterms:W3CDTF">2019-11-26T05:38:03Z</dcterms:modified>
</cp:coreProperties>
</file>